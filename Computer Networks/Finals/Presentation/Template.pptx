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9" r:id="rId5"/>
    <p:sldId id="268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Roboto" panose="020B0604020202020204" charset="0"/>
      <p:regular r:id="rId12"/>
      <p:bold r:id="rId13"/>
      <p:italic r:id="rId14"/>
      <p:boldItalic r:id="rId15"/>
    </p:embeddedFont>
    <p:embeddedFont>
      <p:font typeface="Arial Black" panose="020B0A04020102020204" pitchFamily="34" charset="0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bEC85x5eKV5juRUwO94qRxQrx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8A28CE-F8C2-4840-8D50-44A4DB96DB77}">
  <a:tblStyle styleId="{818A28CE-F8C2-4840-8D50-44A4DB96DB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39590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412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8164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5541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207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393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4088525" y="3055224"/>
            <a:ext cx="4134792" cy="61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4174" y="-1524000"/>
            <a:ext cx="3611690" cy="361169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1523999" y="531630"/>
            <a:ext cx="9019164" cy="175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endParaRPr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174124" y="3685061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93559" y="4415136"/>
            <a:ext cx="7628629" cy="57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 i="1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736301" y="5729323"/>
            <a:ext cx="3455699" cy="114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1" u="none" strike="noStrike" cap="none" dirty="0" smtClean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1400" b="1" i="1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088525" y="2338748"/>
            <a:ext cx="4134792" cy="61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u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7345" y="5189286"/>
            <a:ext cx="2241055" cy="119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411127" y="2165992"/>
            <a:ext cx="5319822" cy="306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grpSp>
        <p:nvGrpSpPr>
          <p:cNvPr id="100" name="Google Shape;100;p2"/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" name="Google Shape;102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2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2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06" name="Google Shape;106;p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2"/>
          <p:cNvSpPr txBox="1"/>
          <p:nvPr/>
        </p:nvSpPr>
        <p:spPr>
          <a:xfrm>
            <a:off x="3530419" y="5843724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7" name="Google Shape;11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3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9" name="Google Shape;119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3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21" name="Google Shape;121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3"/>
          <p:cNvSpPr txBox="1"/>
          <p:nvPr/>
        </p:nvSpPr>
        <p:spPr>
          <a:xfrm>
            <a:off x="3285870" y="6364719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1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913072" y="5876677"/>
            <a:ext cx="2094096" cy="872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i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07;p6"/>
          <p:cNvSpPr txBox="1">
            <a:spLocks noGrp="1"/>
          </p:cNvSpPr>
          <p:nvPr>
            <p:ph type="body" idx="1"/>
          </p:nvPr>
        </p:nvSpPr>
        <p:spPr>
          <a:xfrm>
            <a:off x="6866700" y="1730437"/>
            <a:ext cx="5140468" cy="3524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E4D91"/>
              </a:buClr>
              <a:buSzPts val="2000"/>
              <a:buNone/>
            </a:pPr>
            <a:endParaRPr sz="2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7" name="Google Shape;11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3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9" name="Google Shape;119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3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21" name="Google Shape;121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3"/>
          <p:cNvSpPr txBox="1"/>
          <p:nvPr/>
        </p:nvSpPr>
        <p:spPr>
          <a:xfrm>
            <a:off x="3285870" y="6364719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1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913072" y="5876677"/>
            <a:ext cx="2094096" cy="872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i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827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/>
          <p:nvPr/>
        </p:nvSpPr>
        <p:spPr>
          <a:xfrm>
            <a:off x="901001" y="777623"/>
            <a:ext cx="10528300" cy="5413248"/>
          </a:xfrm>
          <a:prstGeom prst="rect">
            <a:avLst/>
          </a:prstGeom>
          <a:solidFill>
            <a:srgbClr val="D32A2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A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 txBox="1"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chemeClr val="lt1"/>
                </a:solidFill>
              </a:rPr>
              <a:t>THANK YOU</a:t>
            </a:r>
            <a:endParaRPr sz="4800" i="1"/>
          </a:p>
        </p:txBody>
      </p:sp>
      <p:cxnSp>
        <p:nvCxnSpPr>
          <p:cNvPr id="416" name="Google Shape;416;p13"/>
          <p:cNvCxnSpPr/>
          <p:nvPr/>
        </p:nvCxnSpPr>
        <p:spPr>
          <a:xfrm>
            <a:off x="1558671" y="3484247"/>
            <a:ext cx="9212961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7" name="Google Shape;417;p13"/>
          <p:cNvSpPr txBox="1"/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36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11</Words>
  <Application>Microsoft Office PowerPoint</Application>
  <PresentationFormat>Widescreen</PresentationFormat>
  <Paragraphs>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Roboto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</dc:title>
  <dc:creator>Sofia Sultana</dc:creator>
  <cp:lastModifiedBy>HR</cp:lastModifiedBy>
  <cp:revision>14</cp:revision>
  <dcterms:created xsi:type="dcterms:W3CDTF">2024-06-21T09:49:54Z</dcterms:created>
  <dcterms:modified xsi:type="dcterms:W3CDTF">2025-11-09T05:13:27Z</dcterms:modified>
</cp:coreProperties>
</file>