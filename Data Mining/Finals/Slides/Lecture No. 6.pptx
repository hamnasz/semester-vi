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3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14.xml" ContentType="application/vnd.openxmlformats-officedocument.theme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15.xml" ContentType="application/vnd.openxmlformats-officedocument.theme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theme/theme16.xml" ContentType="application/vnd.openxmlformats-officedocument.theme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theme/theme17.xml" ContentType="application/vnd.openxmlformats-officedocument.theme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theme/theme18.xml" ContentType="application/vnd.openxmlformats-officedocument.theme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theme/theme19.xml" ContentType="application/vnd.openxmlformats-officedocument.theme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theme/theme20.xml" ContentType="application/vnd.openxmlformats-officedocument.theme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theme/theme21.xml" ContentType="application/vnd.openxmlformats-officedocument.theme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theme/theme22.xml" ContentType="application/vnd.openxmlformats-officedocument.theme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theme/theme23.xml" ContentType="application/vnd.openxmlformats-officedocument.theme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theme/theme24.xml" ContentType="application/vnd.openxmlformats-officedocument.theme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theme/theme25.xml" ContentType="application/vnd.openxmlformats-officedocument.theme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20" r:id="rId7"/>
    <p:sldMasterId id="2147483732" r:id="rId8"/>
    <p:sldMasterId id="2147483744" r:id="rId9"/>
    <p:sldMasterId id="2147483756" r:id="rId10"/>
    <p:sldMasterId id="2147483768" r:id="rId11"/>
    <p:sldMasterId id="2147483780" r:id="rId12"/>
    <p:sldMasterId id="2147483792" r:id="rId13"/>
    <p:sldMasterId id="2147483804" r:id="rId14"/>
    <p:sldMasterId id="2147483816" r:id="rId15"/>
    <p:sldMasterId id="2147483828" r:id="rId16"/>
    <p:sldMasterId id="2147483840" r:id="rId17"/>
    <p:sldMasterId id="2147483852" r:id="rId18"/>
    <p:sldMasterId id="2147483864" r:id="rId19"/>
    <p:sldMasterId id="2147483876" r:id="rId20"/>
    <p:sldMasterId id="2147483888" r:id="rId21"/>
    <p:sldMasterId id="2147483900" r:id="rId22"/>
    <p:sldMasterId id="2147483912" r:id="rId23"/>
    <p:sldMasterId id="2147483924" r:id="rId24"/>
    <p:sldMasterId id="2147483936" r:id="rId25"/>
    <p:sldMasterId id="2147483948" r:id="rId26"/>
  </p:sldMasterIdLst>
  <p:notesMasterIdLst>
    <p:notesMasterId r:id="rId56"/>
  </p:notesMasterIdLst>
  <p:handoutMasterIdLst>
    <p:handoutMasterId r:id="rId57"/>
  </p:handoutMasterIdLst>
  <p:sldIdLst>
    <p:sldId id="329" r:id="rId27"/>
    <p:sldId id="430" r:id="rId28"/>
    <p:sldId id="432" r:id="rId29"/>
    <p:sldId id="448" r:id="rId30"/>
    <p:sldId id="556" r:id="rId31"/>
    <p:sldId id="557" r:id="rId32"/>
    <p:sldId id="558" r:id="rId33"/>
    <p:sldId id="559" r:id="rId34"/>
    <p:sldId id="560" r:id="rId35"/>
    <p:sldId id="561" r:id="rId36"/>
    <p:sldId id="562" r:id="rId37"/>
    <p:sldId id="563" r:id="rId38"/>
    <p:sldId id="564" r:id="rId39"/>
    <p:sldId id="565" r:id="rId40"/>
    <p:sldId id="566" r:id="rId41"/>
    <p:sldId id="567" r:id="rId42"/>
    <p:sldId id="568" r:id="rId43"/>
    <p:sldId id="569" r:id="rId44"/>
    <p:sldId id="570" r:id="rId45"/>
    <p:sldId id="587" r:id="rId46"/>
    <p:sldId id="588" r:id="rId47"/>
    <p:sldId id="589" r:id="rId48"/>
    <p:sldId id="571" r:id="rId49"/>
    <p:sldId id="572" r:id="rId50"/>
    <p:sldId id="573" r:id="rId51"/>
    <p:sldId id="574" r:id="rId52"/>
    <p:sldId id="575" r:id="rId53"/>
    <p:sldId id="576" r:id="rId54"/>
    <p:sldId id="427" r:id="rId55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24D"/>
    <a:srgbClr val="5B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60"/>
  </p:normalViewPr>
  <p:slideViewPr>
    <p:cSldViewPr snapToGrid="0" snapToObjects="1" showGuides="1">
      <p:cViewPr varScale="1">
        <p:scale>
          <a:sx n="68" d="100"/>
          <a:sy n="68" d="100"/>
        </p:scale>
        <p:origin x="1440" y="72"/>
      </p:cViewPr>
      <p:guideLst>
        <p:guide orient="horz" pos="2160"/>
        <p:guide pos="290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47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" Target="slides/slide13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8.xml"/><Relationship Id="rId42" Type="http://schemas.openxmlformats.org/officeDocument/2006/relationships/slide" Target="slides/slide16.xml"/><Relationship Id="rId47" Type="http://schemas.openxmlformats.org/officeDocument/2006/relationships/slide" Target="slides/slide21.xml"/><Relationship Id="rId50" Type="http://schemas.openxmlformats.org/officeDocument/2006/relationships/slide" Target="slides/slide24.xml"/><Relationship Id="rId55" Type="http://schemas.openxmlformats.org/officeDocument/2006/relationships/slide" Target="slides/slide29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slide" Target="slides/slide3.xml"/><Relationship Id="rId41" Type="http://schemas.openxmlformats.org/officeDocument/2006/relationships/slide" Target="slides/slide15.xml"/><Relationship Id="rId54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" Target="slides/slide6.xml"/><Relationship Id="rId37" Type="http://schemas.openxmlformats.org/officeDocument/2006/relationships/slide" Target="slides/slide11.xml"/><Relationship Id="rId40" Type="http://schemas.openxmlformats.org/officeDocument/2006/relationships/slide" Target="slides/slide14.xml"/><Relationship Id="rId45" Type="http://schemas.openxmlformats.org/officeDocument/2006/relationships/slide" Target="slides/slide19.xml"/><Relationship Id="rId53" Type="http://schemas.openxmlformats.org/officeDocument/2006/relationships/slide" Target="slides/slide27.xml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" Target="slides/slide2.xml"/><Relationship Id="rId36" Type="http://schemas.openxmlformats.org/officeDocument/2006/relationships/slide" Target="slides/slide10.xml"/><Relationship Id="rId49" Type="http://schemas.openxmlformats.org/officeDocument/2006/relationships/slide" Target="slides/slide23.xml"/><Relationship Id="rId57" Type="http://schemas.openxmlformats.org/officeDocument/2006/relationships/handoutMaster" Target="handoutMasters/handoutMaster1.xml"/><Relationship Id="rId61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5.xml"/><Relationship Id="rId44" Type="http://schemas.openxmlformats.org/officeDocument/2006/relationships/slide" Target="slides/slide18.xml"/><Relationship Id="rId52" Type="http://schemas.openxmlformats.org/officeDocument/2006/relationships/slide" Target="slides/slide26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" Target="slides/slide1.xml"/><Relationship Id="rId30" Type="http://schemas.openxmlformats.org/officeDocument/2006/relationships/slide" Target="slides/slide4.xml"/><Relationship Id="rId35" Type="http://schemas.openxmlformats.org/officeDocument/2006/relationships/slide" Target="slides/slide9.xml"/><Relationship Id="rId43" Type="http://schemas.openxmlformats.org/officeDocument/2006/relationships/slide" Target="slides/slide17.xml"/><Relationship Id="rId48" Type="http://schemas.openxmlformats.org/officeDocument/2006/relationships/slide" Target="slides/slide22.xml"/><Relationship Id="rId56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25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" Target="slides/slide7.xml"/><Relationship Id="rId38" Type="http://schemas.openxmlformats.org/officeDocument/2006/relationships/slide" Target="slides/slide12.xml"/><Relationship Id="rId46" Type="http://schemas.openxmlformats.org/officeDocument/2006/relationships/slide" Target="slides/slide20.xml"/><Relationship Id="rId5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17" Type="http://schemas.openxmlformats.org/officeDocument/2006/relationships/image" Target="../media/image8.svg"/><Relationship Id="rId2" Type="http://schemas.openxmlformats.org/officeDocument/2006/relationships/slideLayout" Target="../slideLayouts/slideLayout4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17" Type="http://schemas.openxmlformats.org/officeDocument/2006/relationships/image" Target="../media/image8.svg"/><Relationship Id="rId2" Type="http://schemas.openxmlformats.org/officeDocument/2006/relationships/slideLayout" Target="../slideLayouts/slideLayout5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17" Type="http://schemas.openxmlformats.org/officeDocument/2006/relationships/image" Target="../media/image8.svg"/><Relationship Id="rId2" Type="http://schemas.openxmlformats.org/officeDocument/2006/relationships/slideLayout" Target="../slideLayouts/slideLayout6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17" Type="http://schemas.openxmlformats.org/officeDocument/2006/relationships/image" Target="../media/image8.svg"/><Relationship Id="rId2" Type="http://schemas.openxmlformats.org/officeDocument/2006/relationships/slideLayout" Target="../slideLayouts/slideLayout79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image" Target="../media/image2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17" Type="http://schemas.openxmlformats.org/officeDocument/2006/relationships/image" Target="../media/image8.svg"/><Relationship Id="rId2" Type="http://schemas.openxmlformats.org/officeDocument/2006/relationships/slideLayout" Target="../slideLayouts/slideLayout90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image" Target="../media/image2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17" Type="http://schemas.openxmlformats.org/officeDocument/2006/relationships/image" Target="../media/image8.svg"/><Relationship Id="rId2" Type="http://schemas.openxmlformats.org/officeDocument/2006/relationships/slideLayout" Target="../slideLayouts/slideLayout101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image" Target="../media/image2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17" Type="http://schemas.openxmlformats.org/officeDocument/2006/relationships/image" Target="../media/image8.svg"/><Relationship Id="rId2" Type="http://schemas.openxmlformats.org/officeDocument/2006/relationships/slideLayout" Target="../slideLayouts/slideLayout11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Relationship Id="rId14" Type="http://schemas.openxmlformats.org/officeDocument/2006/relationships/image" Target="../media/image2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17" Type="http://schemas.openxmlformats.org/officeDocument/2006/relationships/image" Target="../media/image8.svg"/><Relationship Id="rId2" Type="http://schemas.openxmlformats.org/officeDocument/2006/relationships/slideLayout" Target="../slideLayouts/slideLayout12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Relationship Id="rId14" Type="http://schemas.openxmlformats.org/officeDocument/2006/relationships/image" Target="../media/image2.png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theme" Target="../theme/theme13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13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Relationship Id="rId14" Type="http://schemas.openxmlformats.org/officeDocument/2006/relationships/image" Target="../media/image2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theme" Target="../theme/theme14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14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Relationship Id="rId14" Type="http://schemas.openxmlformats.org/officeDocument/2006/relationships/image" Target="../media/image2.png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2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61.xml"/><Relationship Id="rId12" Type="http://schemas.openxmlformats.org/officeDocument/2006/relationships/theme" Target="../theme/theme15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15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55.xml"/><Relationship Id="rId6" Type="http://schemas.openxmlformats.org/officeDocument/2006/relationships/slideLayout" Target="../slideLayouts/slideLayout160.xml"/><Relationship Id="rId11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59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58.xml"/><Relationship Id="rId9" Type="http://schemas.openxmlformats.org/officeDocument/2006/relationships/slideLayout" Target="../slideLayouts/slideLayout163.xml"/><Relationship Id="rId14" Type="http://schemas.openxmlformats.org/officeDocument/2006/relationships/image" Target="../media/image2.png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3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72.xml"/><Relationship Id="rId12" Type="http://schemas.openxmlformats.org/officeDocument/2006/relationships/theme" Target="../theme/theme16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16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66.xml"/><Relationship Id="rId6" Type="http://schemas.openxmlformats.org/officeDocument/2006/relationships/slideLayout" Target="../slideLayouts/slideLayout171.xml"/><Relationship Id="rId11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70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175.xml"/><Relationship Id="rId4" Type="http://schemas.openxmlformats.org/officeDocument/2006/relationships/slideLayout" Target="../slideLayouts/slideLayout169.xml"/><Relationship Id="rId9" Type="http://schemas.openxmlformats.org/officeDocument/2006/relationships/slideLayout" Target="../slideLayouts/slideLayout174.xml"/><Relationship Id="rId14" Type="http://schemas.openxmlformats.org/officeDocument/2006/relationships/image" Target="../media/image2.png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4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79.xml"/><Relationship Id="rId7" Type="http://schemas.openxmlformats.org/officeDocument/2006/relationships/slideLayout" Target="../slideLayouts/slideLayout183.xml"/><Relationship Id="rId12" Type="http://schemas.openxmlformats.org/officeDocument/2006/relationships/theme" Target="../theme/theme17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17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77.xml"/><Relationship Id="rId6" Type="http://schemas.openxmlformats.org/officeDocument/2006/relationships/slideLayout" Target="../slideLayouts/slideLayout182.xml"/><Relationship Id="rId11" Type="http://schemas.openxmlformats.org/officeDocument/2006/relationships/slideLayout" Target="../slideLayouts/slideLayout187.xml"/><Relationship Id="rId5" Type="http://schemas.openxmlformats.org/officeDocument/2006/relationships/slideLayout" Target="../slideLayouts/slideLayout181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186.xml"/><Relationship Id="rId4" Type="http://schemas.openxmlformats.org/officeDocument/2006/relationships/slideLayout" Target="../slideLayouts/slideLayout180.xml"/><Relationship Id="rId9" Type="http://schemas.openxmlformats.org/officeDocument/2006/relationships/slideLayout" Target="../slideLayouts/slideLayout185.xml"/><Relationship Id="rId14" Type="http://schemas.openxmlformats.org/officeDocument/2006/relationships/image" Target="../media/image2.png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5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4.xml"/><Relationship Id="rId12" Type="http://schemas.openxmlformats.org/officeDocument/2006/relationships/theme" Target="../theme/theme18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189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93.xml"/><Relationship Id="rId11" Type="http://schemas.openxmlformats.org/officeDocument/2006/relationships/slideLayout" Target="../slideLayouts/slideLayout198.xml"/><Relationship Id="rId5" Type="http://schemas.openxmlformats.org/officeDocument/2006/relationships/slideLayout" Target="../slideLayouts/slideLayout192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197.xml"/><Relationship Id="rId4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6.xml"/><Relationship Id="rId14" Type="http://schemas.openxmlformats.org/officeDocument/2006/relationships/image" Target="../media/image2.png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6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01.xml"/><Relationship Id="rId7" Type="http://schemas.openxmlformats.org/officeDocument/2006/relationships/slideLayout" Target="../slideLayouts/slideLayout205.xml"/><Relationship Id="rId12" Type="http://schemas.openxmlformats.org/officeDocument/2006/relationships/theme" Target="../theme/theme19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200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99.xml"/><Relationship Id="rId6" Type="http://schemas.openxmlformats.org/officeDocument/2006/relationships/slideLayout" Target="../slideLayouts/slideLayout204.xml"/><Relationship Id="rId11" Type="http://schemas.openxmlformats.org/officeDocument/2006/relationships/slideLayout" Target="../slideLayouts/slideLayout209.xml"/><Relationship Id="rId5" Type="http://schemas.openxmlformats.org/officeDocument/2006/relationships/slideLayout" Target="../slideLayouts/slideLayout203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208.xml"/><Relationship Id="rId4" Type="http://schemas.openxmlformats.org/officeDocument/2006/relationships/slideLayout" Target="../slideLayouts/slideLayout202.xml"/><Relationship Id="rId9" Type="http://schemas.openxmlformats.org/officeDocument/2006/relationships/slideLayout" Target="../slideLayouts/slideLayout207.xml"/><Relationship Id="rId14" Type="http://schemas.openxmlformats.org/officeDocument/2006/relationships/image" Target="../media/image2.png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7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12.xml"/><Relationship Id="rId7" Type="http://schemas.openxmlformats.org/officeDocument/2006/relationships/slideLayout" Target="../slideLayouts/slideLayout216.xml"/><Relationship Id="rId12" Type="http://schemas.openxmlformats.org/officeDocument/2006/relationships/theme" Target="../theme/theme20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211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10.xml"/><Relationship Id="rId6" Type="http://schemas.openxmlformats.org/officeDocument/2006/relationships/slideLayout" Target="../slideLayouts/slideLayout215.xml"/><Relationship Id="rId11" Type="http://schemas.openxmlformats.org/officeDocument/2006/relationships/slideLayout" Target="../slideLayouts/slideLayout220.xml"/><Relationship Id="rId5" Type="http://schemas.openxmlformats.org/officeDocument/2006/relationships/slideLayout" Target="../slideLayouts/slideLayout214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219.xml"/><Relationship Id="rId4" Type="http://schemas.openxmlformats.org/officeDocument/2006/relationships/slideLayout" Target="../slideLayouts/slideLayout213.xml"/><Relationship Id="rId9" Type="http://schemas.openxmlformats.org/officeDocument/2006/relationships/slideLayout" Target="../slideLayouts/slideLayout218.xml"/><Relationship Id="rId14" Type="http://schemas.openxmlformats.org/officeDocument/2006/relationships/image" Target="../media/image2.png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23.xml"/><Relationship Id="rId7" Type="http://schemas.openxmlformats.org/officeDocument/2006/relationships/slideLayout" Target="../slideLayouts/slideLayout227.xml"/><Relationship Id="rId12" Type="http://schemas.openxmlformats.org/officeDocument/2006/relationships/theme" Target="../theme/theme21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22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21.xml"/><Relationship Id="rId6" Type="http://schemas.openxmlformats.org/officeDocument/2006/relationships/slideLayout" Target="../slideLayouts/slideLayout226.xml"/><Relationship Id="rId11" Type="http://schemas.openxmlformats.org/officeDocument/2006/relationships/slideLayout" Target="../slideLayouts/slideLayout231.xml"/><Relationship Id="rId5" Type="http://schemas.openxmlformats.org/officeDocument/2006/relationships/slideLayout" Target="../slideLayouts/slideLayout225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230.xml"/><Relationship Id="rId4" Type="http://schemas.openxmlformats.org/officeDocument/2006/relationships/slideLayout" Target="../slideLayouts/slideLayout224.xml"/><Relationship Id="rId9" Type="http://schemas.openxmlformats.org/officeDocument/2006/relationships/slideLayout" Target="../slideLayouts/slideLayout229.xml"/><Relationship Id="rId14" Type="http://schemas.openxmlformats.org/officeDocument/2006/relationships/image" Target="../media/image2.png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9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34.xml"/><Relationship Id="rId7" Type="http://schemas.openxmlformats.org/officeDocument/2006/relationships/slideLayout" Target="../slideLayouts/slideLayout238.xml"/><Relationship Id="rId12" Type="http://schemas.openxmlformats.org/officeDocument/2006/relationships/theme" Target="../theme/theme22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23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32.xml"/><Relationship Id="rId6" Type="http://schemas.openxmlformats.org/officeDocument/2006/relationships/slideLayout" Target="../slideLayouts/slideLayout237.xml"/><Relationship Id="rId11" Type="http://schemas.openxmlformats.org/officeDocument/2006/relationships/slideLayout" Target="../slideLayouts/slideLayout242.xml"/><Relationship Id="rId5" Type="http://schemas.openxmlformats.org/officeDocument/2006/relationships/slideLayout" Target="../slideLayouts/slideLayout236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241.xml"/><Relationship Id="rId4" Type="http://schemas.openxmlformats.org/officeDocument/2006/relationships/slideLayout" Target="../slideLayouts/slideLayout235.xml"/><Relationship Id="rId9" Type="http://schemas.openxmlformats.org/officeDocument/2006/relationships/slideLayout" Target="../slideLayouts/slideLayout240.xml"/><Relationship Id="rId14" Type="http://schemas.openxmlformats.org/officeDocument/2006/relationships/image" Target="../media/image2.png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0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45.xml"/><Relationship Id="rId7" Type="http://schemas.openxmlformats.org/officeDocument/2006/relationships/slideLayout" Target="../slideLayouts/slideLayout249.xml"/><Relationship Id="rId12" Type="http://schemas.openxmlformats.org/officeDocument/2006/relationships/theme" Target="../theme/theme23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24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43.xml"/><Relationship Id="rId6" Type="http://schemas.openxmlformats.org/officeDocument/2006/relationships/slideLayout" Target="../slideLayouts/slideLayout248.xml"/><Relationship Id="rId11" Type="http://schemas.openxmlformats.org/officeDocument/2006/relationships/slideLayout" Target="../slideLayouts/slideLayout253.xml"/><Relationship Id="rId5" Type="http://schemas.openxmlformats.org/officeDocument/2006/relationships/slideLayout" Target="../slideLayouts/slideLayout247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252.xml"/><Relationship Id="rId4" Type="http://schemas.openxmlformats.org/officeDocument/2006/relationships/slideLayout" Target="../slideLayouts/slideLayout246.xml"/><Relationship Id="rId9" Type="http://schemas.openxmlformats.org/officeDocument/2006/relationships/slideLayout" Target="../slideLayouts/slideLayout251.xml"/><Relationship Id="rId14" Type="http://schemas.openxmlformats.org/officeDocument/2006/relationships/image" Target="../media/image2.png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1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56.xml"/><Relationship Id="rId7" Type="http://schemas.openxmlformats.org/officeDocument/2006/relationships/slideLayout" Target="../slideLayouts/slideLayout260.xml"/><Relationship Id="rId12" Type="http://schemas.openxmlformats.org/officeDocument/2006/relationships/theme" Target="../theme/theme24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25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54.xml"/><Relationship Id="rId6" Type="http://schemas.openxmlformats.org/officeDocument/2006/relationships/slideLayout" Target="../slideLayouts/slideLayout259.xml"/><Relationship Id="rId11" Type="http://schemas.openxmlformats.org/officeDocument/2006/relationships/slideLayout" Target="../slideLayouts/slideLayout264.xml"/><Relationship Id="rId5" Type="http://schemas.openxmlformats.org/officeDocument/2006/relationships/slideLayout" Target="../slideLayouts/slideLayout258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263.xml"/><Relationship Id="rId4" Type="http://schemas.openxmlformats.org/officeDocument/2006/relationships/slideLayout" Target="../slideLayouts/slideLayout257.xml"/><Relationship Id="rId9" Type="http://schemas.openxmlformats.org/officeDocument/2006/relationships/slideLayout" Target="../slideLayouts/slideLayout262.xml"/><Relationship Id="rId14" Type="http://schemas.openxmlformats.org/officeDocument/2006/relationships/image" Target="../media/image2.png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2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67.xml"/><Relationship Id="rId7" Type="http://schemas.openxmlformats.org/officeDocument/2006/relationships/slideLayout" Target="../slideLayouts/slideLayout271.xml"/><Relationship Id="rId12" Type="http://schemas.openxmlformats.org/officeDocument/2006/relationships/theme" Target="../theme/theme25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26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65.xml"/><Relationship Id="rId6" Type="http://schemas.openxmlformats.org/officeDocument/2006/relationships/slideLayout" Target="../slideLayouts/slideLayout270.xml"/><Relationship Id="rId11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69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68.xml"/><Relationship Id="rId9" Type="http://schemas.openxmlformats.org/officeDocument/2006/relationships/slideLayout" Target="../slideLayouts/slideLayout273.xml"/><Relationship Id="rId14" Type="http://schemas.openxmlformats.org/officeDocument/2006/relationships/image" Target="../media/image2.png"/></Relationships>
</file>

<file path=ppt/slideMasters/_rels/slideMaster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78.xml"/><Relationship Id="rId7" Type="http://schemas.openxmlformats.org/officeDocument/2006/relationships/slideLayout" Target="../slideLayouts/slideLayout282.xml"/><Relationship Id="rId12" Type="http://schemas.openxmlformats.org/officeDocument/2006/relationships/theme" Target="../theme/theme26.xml"/><Relationship Id="rId2" Type="http://schemas.openxmlformats.org/officeDocument/2006/relationships/slideLayout" Target="../slideLayouts/slideLayout277.xml"/><Relationship Id="rId1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6.xml"/><Relationship Id="rId5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5.xml"/><Relationship Id="rId4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4.xml"/><Relationship Id="rId1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5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9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0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3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4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5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6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7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8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0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7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7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7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3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4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5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7889" y="1229265"/>
            <a:ext cx="7688222" cy="115316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Mining</a:t>
            </a:r>
            <a:b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DS-303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1233" y="3082889"/>
            <a:ext cx="6716268" cy="3181229"/>
          </a:xfrm>
        </p:spPr>
        <p:txBody>
          <a:bodyPr>
            <a:noAutofit/>
          </a:bodyPr>
          <a:lstStyle/>
          <a:p>
            <a:endParaRPr lang="en-GB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r"/>
            <a:r>
              <a:rPr lang="en-GB" sz="2400" b="1">
                <a:solidFill>
                  <a:schemeClr val="bg1"/>
                </a:solidFill>
                <a:latin typeface="Garamond" panose="02020404030301010803" pitchFamily="18" charset="0"/>
              </a:rPr>
              <a:t>Muhammad Arham</a:t>
            </a:r>
            <a:endParaRPr lang="en-GB" sz="24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Lecturer</a:t>
            </a: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The University of Faisalabad</a:t>
            </a: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2728" y="0"/>
            <a:ext cx="2708768" cy="36116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 dir="in"/>
      </p:transition>
    </mc:Choice>
    <mc:Fallback xmlns="">
      <p:transition spd="slow">
        <p:split orient="vert"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Mining Techniques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6" grpId="0"/>
      <p:bldP spid="6" grpId="1"/>
      <p:bldP spid="8" grpId="0"/>
      <p:bldP spid="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3</a:t>
            </a:fld>
            <a:endParaRPr lang="en-US"/>
          </a:p>
        </p:txBody>
      </p:sp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592455" y="1529080"/>
            <a:ext cx="8013065" cy="48088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4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Web Mining?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Mining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extracting something useful or valuable from a baser substance, such as mining gold from the earth.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mining is the process of using data mining techniques and algorithm to extract </a:t>
            </a:r>
            <a:r>
              <a:rPr lang="en-US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directly from the web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web document and services, web content, hyperlink and server logs.</a:t>
            </a:r>
          </a:p>
        </p:txBody>
      </p:sp>
      <p:graphicFrame>
        <p:nvGraphicFramePr>
          <p:cNvPr id="2" name="Object 1"/>
          <p:cNvGraphicFramePr/>
          <p:nvPr/>
        </p:nvGraphicFramePr>
        <p:xfrm>
          <a:off x="5663565" y="4204335"/>
          <a:ext cx="2420620" cy="2152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924050" imgH="1600200" progId="Paint.Picture">
                  <p:embed/>
                </p:oleObj>
              </mc:Choice>
              <mc:Fallback>
                <p:oleObj r:id="rId2" imgW="1924050" imgH="1600200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63565" y="4204335"/>
                        <a:ext cx="2420620" cy="2152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5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 and Challenges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amount of information on thw web is huge.</a:t>
            </a:r>
          </a:p>
          <a:p>
            <a:r>
              <a:rPr lang="en-US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coverage of web information is very wide and dievrse.</a:t>
            </a:r>
          </a:p>
          <a:p>
            <a:r>
              <a:rPr lang="en-US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types exist on the Web.</a:t>
            </a:r>
          </a:p>
          <a:p>
            <a:r>
              <a:rPr lang="en-US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Much of the web information is semi-structured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due to the nested structure of HTML code.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6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  and Challenges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5561965" cy="4526280"/>
          </a:xfrm>
        </p:spPr>
        <p:txBody>
          <a:bodyPr/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Much of the web information is linked.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Much of the web information is redundant.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 is noisy a mixture of many kinds of information.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 is dynamic.</a:t>
            </a:r>
          </a:p>
        </p:txBody>
      </p:sp>
      <p:graphicFrame>
        <p:nvGraphicFramePr>
          <p:cNvPr id="2" name="Object 1"/>
          <p:cNvGraphicFramePr/>
          <p:nvPr/>
        </p:nvGraphicFramePr>
        <p:xfrm>
          <a:off x="6019165" y="2152650"/>
          <a:ext cx="2087245" cy="3193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85975" imgH="3190875" progId="Paint.Picture">
                  <p:embed/>
                </p:oleObj>
              </mc:Choice>
              <mc:Fallback>
                <p:oleObj r:id="rId2" imgW="2085975" imgH="3190875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19165" y="2152650"/>
                        <a:ext cx="2087245" cy="31934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7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mining VS. Web mining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data mining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</a:t>
            </a: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 and relational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well-defined tables, columns, rows, keys, and constraints.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data minig</a:t>
            </a:r>
          </a:p>
          <a:p>
            <a:pPr lvl="1"/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semi-structured and unstructured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readily available data</a:t>
            </a:r>
          </a:p>
          <a:p>
            <a:pPr lvl="1"/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rich in feature and patterns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8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Web mining Techniques </a:t>
            </a:r>
          </a:p>
        </p:txBody>
      </p:sp>
      <p:graphicFrame>
        <p:nvGraphicFramePr>
          <p:cNvPr id="2" name="Content Placeholder 1"/>
          <p:cNvGraphicFramePr>
            <a:graphicFrameLocks noGrp="1" noChangeAspect="1"/>
          </p:cNvGraphicFramePr>
          <p:nvPr>
            <p:ph idx="1"/>
          </p:nvPr>
        </p:nvGraphicFramePr>
        <p:xfrm>
          <a:off x="903605" y="1920240"/>
          <a:ext cx="7376795" cy="3907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981575" imgH="2638425" progId="Paint.Picture">
                  <p:embed/>
                </p:oleObj>
              </mc:Choice>
              <mc:Fallback>
                <p:oleObj r:id="rId2" imgW="4981575" imgH="2638425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03605" y="1920240"/>
                        <a:ext cx="7376795" cy="39071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9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Structure mining</a:t>
            </a:r>
          </a:p>
        </p:txBody>
      </p:sp>
      <p:graphicFrame>
        <p:nvGraphicFramePr>
          <p:cNvPr id="2" name="Content Placeholder 1"/>
          <p:cNvGraphicFramePr>
            <a:graphicFrameLocks noGrp="1" noChangeAspect="1"/>
          </p:cNvGraphicFramePr>
          <p:nvPr>
            <p:ph idx="1"/>
          </p:nvPr>
        </p:nvGraphicFramePr>
        <p:xfrm>
          <a:off x="576580" y="1625600"/>
          <a:ext cx="8357235" cy="4730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705475" imgH="3228975" progId="Paint.Picture">
                  <p:embed/>
                </p:oleObj>
              </mc:Choice>
              <mc:Fallback>
                <p:oleObj r:id="rId2" imgW="5705475" imgH="3228975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6580" y="1625600"/>
                        <a:ext cx="8357235" cy="4730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10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Content Mining</a:t>
            </a:r>
          </a:p>
        </p:txBody>
      </p:sp>
      <p:graphicFrame>
        <p:nvGraphicFramePr>
          <p:cNvPr id="2" name="Content Placeholder 1"/>
          <p:cNvGraphicFramePr>
            <a:graphicFrameLocks noGrp="1" noChangeAspect="1"/>
          </p:cNvGraphicFramePr>
          <p:nvPr>
            <p:ph idx="1"/>
          </p:nvPr>
        </p:nvGraphicFramePr>
        <p:xfrm>
          <a:off x="850900" y="1862455"/>
          <a:ext cx="7519035" cy="4043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438775" imgH="2924175" progId="Paint.Picture">
                  <p:embed/>
                </p:oleObj>
              </mc:Choice>
              <mc:Fallback>
                <p:oleObj r:id="rId2" imgW="5438775" imgH="2924175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50900" y="1862455"/>
                        <a:ext cx="7519035" cy="40430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11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content mining</a:t>
            </a:r>
          </a:p>
        </p:txBody>
      </p:sp>
      <p:graphicFrame>
        <p:nvGraphicFramePr>
          <p:cNvPr id="2" name="Content Placeholder 1"/>
          <p:cNvGraphicFramePr>
            <a:graphicFrameLocks noGrp="1" noChangeAspect="1"/>
          </p:cNvGraphicFramePr>
          <p:nvPr>
            <p:ph idx="1"/>
          </p:nvPr>
        </p:nvGraphicFramePr>
        <p:xfrm>
          <a:off x="922655" y="2122170"/>
          <a:ext cx="7702550" cy="3674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772025" imgH="2276475" progId="Paint.Picture">
                  <p:embed/>
                </p:oleObj>
              </mc:Choice>
              <mc:Fallback>
                <p:oleObj r:id="rId2" imgW="4772025" imgH="2276475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22655" y="2122170"/>
                        <a:ext cx="7702550" cy="3674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12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Classification</a:t>
            </a:r>
          </a:p>
        </p:txBody>
      </p:sp>
      <p:graphicFrame>
        <p:nvGraphicFramePr>
          <p:cNvPr id="2" name="Content Placeholder 1"/>
          <p:cNvGraphicFramePr>
            <a:graphicFrameLocks noGrp="1" noChangeAspect="1"/>
          </p:cNvGraphicFramePr>
          <p:nvPr>
            <p:ph idx="1"/>
          </p:nvPr>
        </p:nvGraphicFramePr>
        <p:xfrm>
          <a:off x="701675" y="1739900"/>
          <a:ext cx="7819390" cy="4290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781675" imgH="3171825" progId="Paint.Picture">
                  <p:embed/>
                </p:oleObj>
              </mc:Choice>
              <mc:Fallback>
                <p:oleObj r:id="rId2" imgW="5781675" imgH="3171825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01675" y="1739900"/>
                        <a:ext cx="7819390" cy="4290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13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Clustering </a:t>
            </a:r>
          </a:p>
        </p:txBody>
      </p:sp>
      <p:graphicFrame>
        <p:nvGraphicFramePr>
          <p:cNvPr id="2" name="Content Placeholder 1"/>
          <p:cNvGraphicFramePr>
            <a:graphicFrameLocks noGrp="1" noChangeAspect="1"/>
          </p:cNvGraphicFramePr>
          <p:nvPr>
            <p:ph idx="1"/>
          </p:nvPr>
        </p:nvGraphicFramePr>
        <p:xfrm>
          <a:off x="593725" y="1701165"/>
          <a:ext cx="8270875" cy="461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819775" imgH="3248025" progId="Paint.Picture">
                  <p:embed/>
                </p:oleObj>
              </mc:Choice>
              <mc:Fallback>
                <p:oleObj r:id="rId2" imgW="5819775" imgH="3248025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3725" y="1701165"/>
                        <a:ext cx="8270875" cy="461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14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Association </a:t>
            </a:r>
          </a:p>
        </p:txBody>
      </p:sp>
      <p:graphicFrame>
        <p:nvGraphicFramePr>
          <p:cNvPr id="2" name="Content Placeholder 1"/>
          <p:cNvGraphicFramePr>
            <a:graphicFrameLocks noGrp="1" noChangeAspect="1"/>
          </p:cNvGraphicFramePr>
          <p:nvPr>
            <p:ph idx="1"/>
          </p:nvPr>
        </p:nvGraphicFramePr>
        <p:xfrm>
          <a:off x="865505" y="1787525"/>
          <a:ext cx="7643495" cy="4280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800725" imgH="3248025" progId="Paint.Picture">
                  <p:embed/>
                </p:oleObj>
              </mc:Choice>
              <mc:Fallback>
                <p:oleObj r:id="rId2" imgW="5800725" imgH="3248025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65505" y="1787525"/>
                        <a:ext cx="7643495" cy="42805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15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usage mining</a:t>
            </a:r>
          </a:p>
        </p:txBody>
      </p:sp>
      <p:graphicFrame>
        <p:nvGraphicFramePr>
          <p:cNvPr id="2" name="Content Placeholder 1"/>
          <p:cNvGraphicFramePr>
            <a:graphicFrameLocks noGrp="1" noChangeAspect="1"/>
          </p:cNvGraphicFramePr>
          <p:nvPr>
            <p:ph idx="1"/>
          </p:nvPr>
        </p:nvGraphicFramePr>
        <p:xfrm>
          <a:off x="598805" y="2562225"/>
          <a:ext cx="8277860" cy="2710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324475" imgH="1743075" progId="Paint.Picture">
                  <p:embed/>
                </p:oleObj>
              </mc:Choice>
              <mc:Fallback>
                <p:oleObj r:id="rId2" imgW="5324475" imgH="1743075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8805" y="2562225"/>
                        <a:ext cx="8277860" cy="2710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16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Web usage mining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ontent Placeholder 1"/>
          <p:cNvGraphicFramePr>
            <a:graphicFrameLocks noGrp="1" noChangeAspect="1"/>
          </p:cNvGraphicFramePr>
          <p:nvPr>
            <p:ph idx="1"/>
          </p:nvPr>
        </p:nvGraphicFramePr>
        <p:xfrm>
          <a:off x="1979295" y="1848485"/>
          <a:ext cx="4927600" cy="3829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076575" imgH="2390775" progId="Paint.Picture">
                  <p:embed/>
                </p:oleObj>
              </mc:Choice>
              <mc:Fallback>
                <p:oleObj r:id="rId2" imgW="3076575" imgH="2390775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79295" y="1848485"/>
                        <a:ext cx="4927600" cy="3829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17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Web-usage mining</a:t>
            </a:r>
          </a:p>
        </p:txBody>
      </p:sp>
      <p:graphicFrame>
        <p:nvGraphicFramePr>
          <p:cNvPr id="2" name="Content Placeholder 1"/>
          <p:cNvGraphicFramePr>
            <a:graphicFrameLocks noGrp="1" noChangeAspect="1"/>
          </p:cNvGraphicFramePr>
          <p:nvPr>
            <p:ph idx="1"/>
          </p:nvPr>
        </p:nvGraphicFramePr>
        <p:xfrm>
          <a:off x="734060" y="1852295"/>
          <a:ext cx="7675245" cy="4313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610225" imgH="3152775" progId="Paint.Picture">
                  <p:embed/>
                </p:oleObj>
              </mc:Choice>
              <mc:Fallback>
                <p:oleObj r:id="rId2" imgW="5610225" imgH="3152775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34060" y="1852295"/>
                        <a:ext cx="7675245" cy="43135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18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Web-usage mining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ontent Placeholder 1"/>
          <p:cNvGraphicFramePr>
            <a:graphicFrameLocks noGrp="1" noChangeAspect="1"/>
          </p:cNvGraphicFramePr>
          <p:nvPr>
            <p:ph idx="1"/>
          </p:nvPr>
        </p:nvGraphicFramePr>
        <p:xfrm>
          <a:off x="666115" y="1681480"/>
          <a:ext cx="8199120" cy="4728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400675" imgH="3114675" progId="Paint.Picture">
                  <p:embed/>
                </p:oleObj>
              </mc:Choice>
              <mc:Fallback>
                <p:oleObj r:id="rId2" imgW="5400675" imgH="3114675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66115" y="1681480"/>
                        <a:ext cx="8199120" cy="4728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19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Web-usage mining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ontent Placeholder 1"/>
          <p:cNvGraphicFramePr>
            <a:graphicFrameLocks noGrp="1" noChangeAspect="1"/>
          </p:cNvGraphicFramePr>
          <p:nvPr>
            <p:ph idx="1"/>
          </p:nvPr>
        </p:nvGraphicFramePr>
        <p:xfrm>
          <a:off x="588010" y="1778000"/>
          <a:ext cx="7919720" cy="3966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648325" imgH="2828925" progId="Paint.Picture">
                  <p:embed/>
                </p:oleObj>
              </mc:Choice>
              <mc:Fallback>
                <p:oleObj r:id="rId2" imgW="5648325" imgH="2828925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8010" y="1778000"/>
                        <a:ext cx="7919720" cy="3966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20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Web-usage mining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ontent Placeholder 1"/>
          <p:cNvGraphicFramePr>
            <a:graphicFrameLocks noGrp="1" noChangeAspect="1"/>
          </p:cNvGraphicFramePr>
          <p:nvPr>
            <p:ph idx="1"/>
          </p:nvPr>
        </p:nvGraphicFramePr>
        <p:xfrm>
          <a:off x="791210" y="1599565"/>
          <a:ext cx="8049895" cy="481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838825" imgH="3495675" progId="Paint.Picture">
                  <p:embed/>
                </p:oleObj>
              </mc:Choice>
              <mc:Fallback>
                <p:oleObj r:id="rId2" imgW="5838825" imgH="3495675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91210" y="1599565"/>
                        <a:ext cx="8049895" cy="4819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21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Web-usage mining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ontent Placeholder 1"/>
          <p:cNvGraphicFramePr>
            <a:graphicFrameLocks noGrp="1" noChangeAspect="1"/>
          </p:cNvGraphicFramePr>
          <p:nvPr>
            <p:ph idx="1"/>
          </p:nvPr>
        </p:nvGraphicFramePr>
        <p:xfrm>
          <a:off x="542925" y="1858645"/>
          <a:ext cx="7970520" cy="396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724525" imgH="2847975" progId="Paint.Picture">
                  <p:embed/>
                </p:oleObj>
              </mc:Choice>
              <mc:Fallback>
                <p:oleObj r:id="rId2" imgW="5724525" imgH="2847975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2925" y="1858645"/>
                        <a:ext cx="7970520" cy="3965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22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Web usage Data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ontent Placeholder 1"/>
          <p:cNvGraphicFramePr>
            <a:graphicFrameLocks noGrp="1" noChangeAspect="1"/>
          </p:cNvGraphicFramePr>
          <p:nvPr>
            <p:ph idx="1"/>
          </p:nvPr>
        </p:nvGraphicFramePr>
        <p:xfrm>
          <a:off x="700405" y="1755775"/>
          <a:ext cx="8021955" cy="4366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057775" imgH="2752725" progId="Paint.Picture">
                  <p:embed/>
                </p:oleObj>
              </mc:Choice>
              <mc:Fallback>
                <p:oleObj r:id="rId2" imgW="5057775" imgH="2752725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00405" y="1755775"/>
                        <a:ext cx="8021955" cy="43668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23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 / Access Log</a:t>
            </a:r>
          </a:p>
        </p:txBody>
      </p:sp>
      <p:graphicFrame>
        <p:nvGraphicFramePr>
          <p:cNvPr id="2" name="Content Placeholder 1"/>
          <p:cNvGraphicFramePr>
            <a:graphicFrameLocks noGrp="1" noChangeAspect="1"/>
          </p:cNvGraphicFramePr>
          <p:nvPr>
            <p:ph idx="1"/>
          </p:nvPr>
        </p:nvGraphicFramePr>
        <p:xfrm>
          <a:off x="577215" y="1808480"/>
          <a:ext cx="7978140" cy="4104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648325" imgH="2905125" progId="Paint.Picture">
                  <p:embed/>
                </p:oleObj>
              </mc:Choice>
              <mc:Fallback>
                <p:oleObj r:id="rId2" imgW="5648325" imgH="2905125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7215" y="1808480"/>
                        <a:ext cx="7978140" cy="41040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24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 Log </a:t>
            </a:r>
          </a:p>
        </p:txBody>
      </p:sp>
      <p:graphicFrame>
        <p:nvGraphicFramePr>
          <p:cNvPr id="2" name="Content Placeholder 1"/>
          <p:cNvGraphicFramePr>
            <a:graphicFrameLocks noGrp="1" noChangeAspect="1"/>
          </p:cNvGraphicFramePr>
          <p:nvPr>
            <p:ph idx="1"/>
          </p:nvPr>
        </p:nvGraphicFramePr>
        <p:xfrm>
          <a:off x="996950" y="1588135"/>
          <a:ext cx="7404735" cy="4712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714875" imgH="3000375" progId="Paint.Picture">
                  <p:embed/>
                </p:oleObj>
              </mc:Choice>
              <mc:Fallback>
                <p:oleObj r:id="rId2" imgW="4714875" imgH="3000375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96950" y="1588135"/>
                        <a:ext cx="7404735" cy="4712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25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Referre Log</a:t>
            </a:r>
          </a:p>
        </p:txBody>
      </p:sp>
      <p:graphicFrame>
        <p:nvGraphicFramePr>
          <p:cNvPr id="2" name="Content Placeholder 1"/>
          <p:cNvGraphicFramePr>
            <a:graphicFrameLocks noGrp="1" noChangeAspect="1"/>
          </p:cNvGraphicFramePr>
          <p:nvPr>
            <p:ph idx="1"/>
          </p:nvPr>
        </p:nvGraphicFramePr>
        <p:xfrm>
          <a:off x="767715" y="1775460"/>
          <a:ext cx="7961630" cy="436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572125" imgH="3057525" progId="Paint.Picture">
                  <p:embed/>
                </p:oleObj>
              </mc:Choice>
              <mc:Fallback>
                <p:oleObj r:id="rId2" imgW="5572125" imgH="3057525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7715" y="1775460"/>
                        <a:ext cx="7961630" cy="436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26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Log</a:t>
            </a:r>
          </a:p>
        </p:txBody>
      </p:sp>
      <p:graphicFrame>
        <p:nvGraphicFramePr>
          <p:cNvPr id="2" name="Content Placeholder 1"/>
          <p:cNvGraphicFramePr>
            <a:graphicFrameLocks noGrp="1" noChangeAspect="1"/>
          </p:cNvGraphicFramePr>
          <p:nvPr>
            <p:ph idx="1"/>
          </p:nvPr>
        </p:nvGraphicFramePr>
        <p:xfrm>
          <a:off x="683895" y="1644015"/>
          <a:ext cx="7775575" cy="4704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400675" imgH="3267075" progId="Paint.Picture">
                  <p:embed/>
                </p:oleObj>
              </mc:Choice>
              <mc:Fallback>
                <p:oleObj r:id="rId2" imgW="5400675" imgH="3267075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3895" y="1644015"/>
                        <a:ext cx="7775575" cy="4704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27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usage mining model</a:t>
            </a:r>
          </a:p>
        </p:txBody>
      </p:sp>
      <p:graphicFrame>
        <p:nvGraphicFramePr>
          <p:cNvPr id="2" name="Content Placeholder 1"/>
          <p:cNvGraphicFramePr>
            <a:graphicFrameLocks noGrp="1" noChangeAspect="1"/>
          </p:cNvGraphicFramePr>
          <p:nvPr>
            <p:ph idx="1"/>
          </p:nvPr>
        </p:nvGraphicFramePr>
        <p:xfrm>
          <a:off x="905510" y="1844675"/>
          <a:ext cx="7645400" cy="4208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381625" imgH="2962275" progId="Paint.Picture">
                  <p:embed/>
                </p:oleObj>
              </mc:Choice>
              <mc:Fallback>
                <p:oleObj r:id="rId2" imgW="5381625" imgH="2962275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05510" y="1844675"/>
                        <a:ext cx="7645400" cy="42087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28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Refernces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https://www.slideshare.net/slideshow/web-mining-80147714/80147714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https://www.slideshare.net/slideshow/web-mining-252374600/252374600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381000"/>
            <a:ext cx="5257800" cy="762000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219200"/>
            <a:ext cx="8458200" cy="53340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en-US" sz="2800" b="1" dirty="0">
              <a:solidFill>
                <a:srgbClr val="C00000"/>
              </a:solidFill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2800" b="1" dirty="0">
              <a:solidFill>
                <a:srgbClr val="C00000"/>
              </a:solidFill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Kindly read the book before and after the lecture, if some terms/ words are not covered in the lecture, if appear in exam it might not appear strange or out of course.</a:t>
            </a:r>
            <a:endParaRPr lang="en-US" sz="2800" b="1" dirty="0">
              <a:solidFill>
                <a:srgbClr val="C00000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algn="ctr">
              <a:lnSpc>
                <a:spcPct val="120000"/>
              </a:lnSpc>
            </a:pPr>
            <a:endParaRPr lang="en-US" sz="2800" dirty="0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theme/theme1.xml><?xml version="1.0" encoding="utf-8"?>
<a:theme xmlns:a="http://schemas.openxmlformats.org/drawingml/2006/main" name="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4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5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6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7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8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9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0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1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2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3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4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35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SE10 slides.thmx</Template>
  <TotalTime>0</TotalTime>
  <Words>337</Words>
  <Application>Microsoft Office PowerPoint</Application>
  <PresentationFormat>On-screen Show (4:3)</PresentationFormat>
  <Paragraphs>84</Paragraphs>
  <Slides>29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26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62" baseType="lpstr">
      <vt:lpstr>Arial</vt:lpstr>
      <vt:lpstr>Arial Black</vt:lpstr>
      <vt:lpstr>Calibri</vt:lpstr>
      <vt:lpstr>Garamond</vt:lpstr>
      <vt:lpstr>Times New Roman</vt:lpstr>
      <vt:lpstr>Wingdings</vt:lpstr>
      <vt:lpstr>SE10 slides</vt:lpstr>
      <vt:lpstr>2_SE10 slides</vt:lpstr>
      <vt:lpstr>5_SE10 slides</vt:lpstr>
      <vt:lpstr>7_SE10 slides</vt:lpstr>
      <vt:lpstr>1_SE10 slides</vt:lpstr>
      <vt:lpstr>3_SE10 slides</vt:lpstr>
      <vt:lpstr>4_SE10 slides</vt:lpstr>
      <vt:lpstr>6_SE10 slides</vt:lpstr>
      <vt:lpstr>8_SE10 slides</vt:lpstr>
      <vt:lpstr>9_SE10 slides</vt:lpstr>
      <vt:lpstr>10_SE10 slides</vt:lpstr>
      <vt:lpstr>11_SE10 slides</vt:lpstr>
      <vt:lpstr>12_SE10 slides</vt:lpstr>
      <vt:lpstr>13_SE10 slides</vt:lpstr>
      <vt:lpstr>14_SE10 slides</vt:lpstr>
      <vt:lpstr>15_SE10 slides</vt:lpstr>
      <vt:lpstr>16_SE10 slides</vt:lpstr>
      <vt:lpstr>17_SE10 slides</vt:lpstr>
      <vt:lpstr>18_SE10 slides</vt:lpstr>
      <vt:lpstr>19_SE10 slides</vt:lpstr>
      <vt:lpstr>20_SE10 slides</vt:lpstr>
      <vt:lpstr>21_SE10 slides</vt:lpstr>
      <vt:lpstr>22_SE10 slides</vt:lpstr>
      <vt:lpstr>23_SE10 slides</vt:lpstr>
      <vt:lpstr>24_SE10 slides</vt:lpstr>
      <vt:lpstr>35_SE10 slides</vt:lpstr>
      <vt:lpstr>Bitmap Image</vt:lpstr>
      <vt:lpstr>Data Mining DS-303</vt:lpstr>
      <vt:lpstr>Content </vt:lpstr>
      <vt:lpstr>PowerPoint Presentation</vt:lpstr>
      <vt:lpstr>What is Web Mining?</vt:lpstr>
      <vt:lpstr>Opportunities and Challenges </vt:lpstr>
      <vt:lpstr>Opportunities  and Challenges</vt:lpstr>
      <vt:lpstr>Data mining VS. Web mining </vt:lpstr>
      <vt:lpstr>Classification of Web mining Techniques </vt:lpstr>
      <vt:lpstr>Web Structure mining</vt:lpstr>
      <vt:lpstr>Web Content Mining</vt:lpstr>
      <vt:lpstr>Web content mining</vt:lpstr>
      <vt:lpstr>Document Classification</vt:lpstr>
      <vt:lpstr>Document Clustering </vt:lpstr>
      <vt:lpstr>Association </vt:lpstr>
      <vt:lpstr>Web usage mining</vt:lpstr>
      <vt:lpstr>Web usage mining</vt:lpstr>
      <vt:lpstr>Web-usage mining</vt:lpstr>
      <vt:lpstr>Web-usage mining</vt:lpstr>
      <vt:lpstr>Web-usage mining</vt:lpstr>
      <vt:lpstr>Web-usage mining</vt:lpstr>
      <vt:lpstr>Web-usage mining</vt:lpstr>
      <vt:lpstr>Web usage Data</vt:lpstr>
      <vt:lpstr>Transfer / Access Log</vt:lpstr>
      <vt:lpstr>Agent Log </vt:lpstr>
      <vt:lpstr>Referre Log</vt:lpstr>
      <vt:lpstr>Error Log</vt:lpstr>
      <vt:lpstr>Web usage mining model</vt:lpstr>
      <vt:lpstr>Refernces </vt:lpstr>
      <vt:lpstr>Advice</vt:lpstr>
    </vt:vector>
  </TitlesOfParts>
  <Company>St Andrews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 – Chapter 1</dc:title>
  <dc:creator>Ian Sommerville</dc:creator>
  <cp:lastModifiedBy>Muhammad Arham</cp:lastModifiedBy>
  <cp:revision>117</cp:revision>
  <dcterms:created xsi:type="dcterms:W3CDTF">2009-12-29T10:39:00Z</dcterms:created>
  <dcterms:modified xsi:type="dcterms:W3CDTF">2026-04-28T06:01:56Z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D1306A2FD05A48D7B302624F1CBE0347</vt:lpwstr>
  </property>
  <property fmtid="{D5CDD505-2E9C-101B-9397-08002B2CF9AE}" pid="3" name="KSOProductBuildVer">
    <vt:lpwstr>1033-12.2.0.23155</vt:lpwstr>
  </property>
</Properties>
</file>