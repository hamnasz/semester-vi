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9.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10.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theme/theme11.xml" ContentType="application/vnd.openxmlformats-officedocument.theme+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theme/theme12.xml" ContentType="application/vnd.openxmlformats-officedocument.theme+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theme/theme13.xml" ContentType="application/vnd.openxmlformats-officedocument.theme+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theme/theme14.xml" ContentType="application/vnd.openxmlformats-officedocument.theme+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theme/theme15.xml" ContentType="application/vnd.openxmlformats-officedocument.theme+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theme/theme16.xml" ContentType="application/vnd.openxmlformats-officedocument.theme+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2"/>
    <p:sldMasterId id="2147483672" r:id="rId3"/>
    <p:sldMasterId id="2147483684" r:id="rId4"/>
    <p:sldMasterId id="2147483696" r:id="rId5"/>
    <p:sldMasterId id="2147483804" r:id="rId6"/>
    <p:sldMasterId id="2147483816" r:id="rId7"/>
    <p:sldMasterId id="2147483828" r:id="rId8"/>
    <p:sldMasterId id="2147483840" r:id="rId9"/>
    <p:sldMasterId id="2147483852" r:id="rId10"/>
    <p:sldMasterId id="2147483864" r:id="rId11"/>
    <p:sldMasterId id="2147483876" r:id="rId12"/>
    <p:sldMasterId id="2147483888" r:id="rId13"/>
    <p:sldMasterId id="2147483900" r:id="rId14"/>
    <p:sldMasterId id="2147483912" r:id="rId15"/>
    <p:sldMasterId id="2147483924" r:id="rId16"/>
    <p:sldMasterId id="2147483936" r:id="rId17"/>
  </p:sldMasterIdLst>
  <p:notesMasterIdLst>
    <p:notesMasterId r:id="rId45"/>
  </p:notesMasterIdLst>
  <p:handoutMasterIdLst>
    <p:handoutMasterId r:id="rId46"/>
  </p:handoutMasterIdLst>
  <p:sldIdLst>
    <p:sldId id="329" r:id="rId18"/>
    <p:sldId id="430" r:id="rId19"/>
    <p:sldId id="432" r:id="rId20"/>
    <p:sldId id="990" r:id="rId21"/>
    <p:sldId id="991" r:id="rId22"/>
    <p:sldId id="993" r:id="rId23"/>
    <p:sldId id="992" r:id="rId24"/>
    <p:sldId id="994" r:id="rId25"/>
    <p:sldId id="995" r:id="rId26"/>
    <p:sldId id="996" r:id="rId27"/>
    <p:sldId id="997" r:id="rId28"/>
    <p:sldId id="998" r:id="rId29"/>
    <p:sldId id="999" r:id="rId30"/>
    <p:sldId id="1001" r:id="rId31"/>
    <p:sldId id="1002" r:id="rId32"/>
    <p:sldId id="1003" r:id="rId33"/>
    <p:sldId id="1004" r:id="rId34"/>
    <p:sldId id="1005" r:id="rId35"/>
    <p:sldId id="1006" r:id="rId36"/>
    <p:sldId id="1007" r:id="rId37"/>
    <p:sldId id="1008" r:id="rId38"/>
    <p:sldId id="1009" r:id="rId39"/>
    <p:sldId id="1010" r:id="rId40"/>
    <p:sldId id="1020" r:id="rId41"/>
    <p:sldId id="1000" r:id="rId42"/>
    <p:sldId id="496" r:id="rId43"/>
    <p:sldId id="427" r:id="rId44"/>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1pPr>
    <a:lvl2pPr marL="457200"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2pPr>
    <a:lvl3pPr marL="914400"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3pPr>
    <a:lvl4pPr marL="1371600"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4pPr>
    <a:lvl5pPr marL="1828800"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5pPr>
    <a:lvl6pPr marL="2286000" algn="l" defTabSz="457200" rtl="0" eaLnBrk="1" latinLnBrk="0" hangingPunct="1">
      <a:defRPr kern="1200">
        <a:solidFill>
          <a:schemeClr val="tx1"/>
        </a:solidFill>
        <a:latin typeface="Arial" panose="020B0604020202020204" pitchFamily="34" charset="0"/>
        <a:ea typeface="MS PGothic" panose="020B0600070205080204" charset="-128"/>
        <a:cs typeface="MS PGothic" panose="020B0600070205080204" charset="-128"/>
      </a:defRPr>
    </a:lvl6pPr>
    <a:lvl7pPr marL="2743200" algn="l" defTabSz="457200" rtl="0" eaLnBrk="1" latinLnBrk="0" hangingPunct="1">
      <a:defRPr kern="1200">
        <a:solidFill>
          <a:schemeClr val="tx1"/>
        </a:solidFill>
        <a:latin typeface="Arial" panose="020B0604020202020204" pitchFamily="34" charset="0"/>
        <a:ea typeface="MS PGothic" panose="020B0600070205080204" charset="-128"/>
        <a:cs typeface="MS PGothic" panose="020B0600070205080204" charset="-128"/>
      </a:defRPr>
    </a:lvl7pPr>
    <a:lvl8pPr marL="3200400" algn="l" defTabSz="457200" rtl="0" eaLnBrk="1" latinLnBrk="0" hangingPunct="1">
      <a:defRPr kern="1200">
        <a:solidFill>
          <a:schemeClr val="tx1"/>
        </a:solidFill>
        <a:latin typeface="Arial" panose="020B0604020202020204" pitchFamily="34" charset="0"/>
        <a:ea typeface="MS PGothic" panose="020B0600070205080204" charset="-128"/>
        <a:cs typeface="MS PGothic" panose="020B0600070205080204" charset="-128"/>
      </a:defRPr>
    </a:lvl8pPr>
    <a:lvl9pPr marL="3657600" algn="l" defTabSz="457200" rtl="0" eaLnBrk="1" latinLnBrk="0" hangingPunct="1">
      <a:defRPr kern="1200">
        <a:solidFill>
          <a:schemeClr val="tx1"/>
        </a:solidFill>
        <a:latin typeface="Arial" panose="020B0604020202020204" pitchFamily="34" charset="0"/>
        <a:ea typeface="MS PGothic" panose="020B0600070205080204" charset="-128"/>
        <a:cs typeface="MS PGothic" panose="020B0600070205080204" charset="-128"/>
      </a:defRPr>
    </a:lvl9pPr>
  </p:defaultTextStyle>
  <p:extLst>
    <p:ext uri="{EFAFB233-063F-42B5-8137-9DF3F51BA10A}">
      <p15:sldGuideLst xmlns:p15="http://schemas.microsoft.com/office/powerpoint/2012/main">
        <p15:guide id="1" orient="horz" pos="2160" userDrawn="1">
          <p15:clr>
            <a:srgbClr val="A4A3A4"/>
          </p15:clr>
        </p15:guide>
        <p15:guide id="2" pos="294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424D"/>
    <a:srgbClr val="5B86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62" autoAdjust="0"/>
    <p:restoredTop sz="83943" autoAdjust="0"/>
  </p:normalViewPr>
  <p:slideViewPr>
    <p:cSldViewPr snapToGrid="0" snapToObjects="1" showGuides="1">
      <p:cViewPr varScale="1">
        <p:scale>
          <a:sx n="61" d="100"/>
          <a:sy n="61" d="100"/>
        </p:scale>
        <p:origin x="1650" y="66"/>
      </p:cViewPr>
      <p:guideLst>
        <p:guide orient="horz" pos="2160"/>
        <p:guide pos="2943"/>
      </p:guideLst>
    </p:cSldViewPr>
  </p:slideViewPr>
  <p:notesTextViewPr>
    <p:cViewPr>
      <p:scale>
        <a:sx n="100" d="100"/>
        <a:sy n="100" d="100"/>
      </p:scale>
      <p:origin x="0" y="0"/>
    </p:cViewPr>
  </p:notesTextViewPr>
  <p:sorterViewPr>
    <p:cViewPr>
      <p:scale>
        <a:sx n="200" d="100"/>
        <a:sy n="200" d="100"/>
      </p:scale>
      <p:origin x="0" y="472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1.xml"/><Relationship Id="rId26" Type="http://schemas.openxmlformats.org/officeDocument/2006/relationships/slide" Target="slides/slide9.xml"/><Relationship Id="rId39"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4.xml"/><Relationship Id="rId34" Type="http://schemas.openxmlformats.org/officeDocument/2006/relationships/slide" Target="slides/slide17.xml"/><Relationship Id="rId42" Type="http://schemas.openxmlformats.org/officeDocument/2006/relationships/slide" Target="slides/slide25.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8.xml"/><Relationship Id="rId33" Type="http://schemas.openxmlformats.org/officeDocument/2006/relationships/slide" Target="slides/slide16.xml"/><Relationship Id="rId38" Type="http://schemas.openxmlformats.org/officeDocument/2006/relationships/slide" Target="slides/slide21.xml"/><Relationship Id="rId46"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0" Type="http://schemas.openxmlformats.org/officeDocument/2006/relationships/slide" Target="slides/slide3.xml"/><Relationship Id="rId29" Type="http://schemas.openxmlformats.org/officeDocument/2006/relationships/slide" Target="slides/slide12.xml"/><Relationship Id="rId41"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7.xml"/><Relationship Id="rId32" Type="http://schemas.openxmlformats.org/officeDocument/2006/relationships/slide" Target="slides/slide15.xml"/><Relationship Id="rId37" Type="http://schemas.openxmlformats.org/officeDocument/2006/relationships/slide" Target="slides/slide20.xml"/><Relationship Id="rId40" Type="http://schemas.openxmlformats.org/officeDocument/2006/relationships/slide" Target="slides/slide23.xml"/><Relationship Id="rId45"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6.xml"/><Relationship Id="rId28" Type="http://schemas.openxmlformats.org/officeDocument/2006/relationships/slide" Target="slides/slide11.xml"/><Relationship Id="rId36" Type="http://schemas.openxmlformats.org/officeDocument/2006/relationships/slide" Target="slides/slide19.xml"/><Relationship Id="rId49" Type="http://schemas.openxmlformats.org/officeDocument/2006/relationships/theme" Target="theme/theme1.xml"/><Relationship Id="rId10" Type="http://schemas.openxmlformats.org/officeDocument/2006/relationships/slideMaster" Target="slideMasters/slideMaster10.xml"/><Relationship Id="rId19" Type="http://schemas.openxmlformats.org/officeDocument/2006/relationships/slide" Target="slides/slide2.xml"/><Relationship Id="rId31" Type="http://schemas.openxmlformats.org/officeDocument/2006/relationships/slide" Target="slides/slide14.xml"/><Relationship Id="rId44"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5.xml"/><Relationship Id="rId27" Type="http://schemas.openxmlformats.org/officeDocument/2006/relationships/slide" Target="slides/slide10.xml"/><Relationship Id="rId30" Type="http://schemas.openxmlformats.org/officeDocument/2006/relationships/slide" Target="slides/slide13.xml"/><Relationship Id="rId35" Type="http://schemas.openxmlformats.org/officeDocument/2006/relationships/slide" Target="slides/slide18.xml"/><Relationship Id="rId43" Type="http://schemas.openxmlformats.org/officeDocument/2006/relationships/slide" Target="slides/slide26.xml"/><Relationship Id="rId48" Type="http://schemas.openxmlformats.org/officeDocument/2006/relationships/viewProps" Target="viewProps.xml"/><Relationship Id="rId8" Type="http://schemas.openxmlformats.org/officeDocument/2006/relationships/slideMaster" Target="slideMasters/slideMaster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B44B6B1-5441-9644-AE1C-BB7EA5DBA264}" type="datetimeFigureOut">
              <a:rPr lang="en-US" smtClean="0"/>
              <a:t>3/31/2026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0300CC7-81E2-B842-8904-673E09748720}"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878819-472C-A14B-95BF-39C94BA106B2}" type="datetimeFigureOut">
              <a:rPr lang="en-US" smtClean="0"/>
              <a:t>3/31/2026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4F38C2-4548-F541-8261-4C1D96E7A166}" type="slidenum">
              <a:rPr lang="en-US" smtClean="0"/>
              <a:t>‹#›</a:t>
            </a:fld>
            <a:endParaRPr lang="en-US"/>
          </a:p>
        </p:txBody>
      </p:sp>
    </p:spTree>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15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16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16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16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6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16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17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17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17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17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17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17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17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7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7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18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18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18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18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18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18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18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18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5.svg"/><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image" Target="../media/image5.svg"/><Relationship Id="rId2" Type="http://schemas.openxmlformats.org/officeDocument/2006/relationships/slideLayout" Target="../slideLayouts/slideLayout13.xml"/><Relationship Id="rId16"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sv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17" Type="http://schemas.openxmlformats.org/officeDocument/2006/relationships/image" Target="../media/image5.svg"/><Relationship Id="rId2" Type="http://schemas.openxmlformats.org/officeDocument/2006/relationships/slideLayout" Target="../slideLayouts/slideLayout24.xml"/><Relationship Id="rId16" Type="http://schemas.openxmlformats.org/officeDocument/2006/relationships/image" Target="../media/image4.png"/><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image" Target="../media/image3.svg"/><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17" Type="http://schemas.openxmlformats.org/officeDocument/2006/relationships/image" Target="../media/image5.svg"/><Relationship Id="rId2" Type="http://schemas.openxmlformats.org/officeDocument/2006/relationships/slideLayout" Target="../slideLayouts/slideLayout35.xml"/><Relationship Id="rId16" Type="http://schemas.openxmlformats.org/officeDocument/2006/relationships/image" Target="../media/image4.png"/><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image" Target="../media/image3.svg"/><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17" Type="http://schemas.openxmlformats.org/officeDocument/2006/relationships/image" Target="../media/image8.svg"/><Relationship Id="rId2" Type="http://schemas.openxmlformats.org/officeDocument/2006/relationships/slideLayout" Target="../slideLayouts/slideLayout46.xml"/><Relationship Id="rId16" Type="http://schemas.openxmlformats.org/officeDocument/2006/relationships/image" Target="../media/image4.png"/><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image" Target="../media/image7.svg"/><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image" Target="../media/image2.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17" Type="http://schemas.openxmlformats.org/officeDocument/2006/relationships/image" Target="../media/image10.svg"/><Relationship Id="rId2" Type="http://schemas.openxmlformats.org/officeDocument/2006/relationships/slideLayout" Target="../slideLayouts/slideLayout57.xml"/><Relationship Id="rId16" Type="http://schemas.openxmlformats.org/officeDocument/2006/relationships/image" Target="../media/image4.png"/><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5" Type="http://schemas.openxmlformats.org/officeDocument/2006/relationships/image" Target="../media/image9.svg"/><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image" Target="../media/image2.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17" Type="http://schemas.openxmlformats.org/officeDocument/2006/relationships/image" Target="../media/image10.svg"/><Relationship Id="rId2" Type="http://schemas.openxmlformats.org/officeDocument/2006/relationships/slideLayout" Target="../slideLayouts/slideLayout68.xml"/><Relationship Id="rId16" Type="http://schemas.openxmlformats.org/officeDocument/2006/relationships/image" Target="../media/image4.png"/><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5" Type="http://schemas.openxmlformats.org/officeDocument/2006/relationships/image" Target="../media/image9.svg"/><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 Id="rId14" Type="http://schemas.openxmlformats.org/officeDocument/2006/relationships/image" Target="../media/image2.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17" Type="http://schemas.openxmlformats.org/officeDocument/2006/relationships/image" Target="../media/image10.svg"/><Relationship Id="rId2" Type="http://schemas.openxmlformats.org/officeDocument/2006/relationships/slideLayout" Target="../slideLayouts/slideLayout79.xml"/><Relationship Id="rId16" Type="http://schemas.openxmlformats.org/officeDocument/2006/relationships/image" Target="../media/image4.png"/><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9.svg"/><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image" Target="../media/image2.png"/></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6.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theme" Target="../theme/theme9.xml"/><Relationship Id="rId17" Type="http://schemas.openxmlformats.org/officeDocument/2006/relationships/image" Target="../media/image10.svg"/><Relationship Id="rId2" Type="http://schemas.openxmlformats.org/officeDocument/2006/relationships/slideLayout" Target="../slideLayouts/slideLayout90.xml"/><Relationship Id="rId16" Type="http://schemas.openxmlformats.org/officeDocument/2006/relationships/image" Target="../media/image4.png"/><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5" Type="http://schemas.openxmlformats.org/officeDocument/2006/relationships/image" Target="../media/image9.svg"/><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 Id="rId14" Type="http://schemas.openxmlformats.org/officeDocument/2006/relationships/image" Target="../media/image2.png"/></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7.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theme" Target="../theme/theme10.xml"/><Relationship Id="rId17" Type="http://schemas.openxmlformats.org/officeDocument/2006/relationships/image" Target="../media/image10.svg"/><Relationship Id="rId2" Type="http://schemas.openxmlformats.org/officeDocument/2006/relationships/slideLayout" Target="../slideLayouts/slideLayout101.xml"/><Relationship Id="rId16" Type="http://schemas.openxmlformats.org/officeDocument/2006/relationships/image" Target="../media/image4.png"/><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5" Type="http://schemas.openxmlformats.org/officeDocument/2006/relationships/image" Target="../media/image9.svg"/><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 Id="rId14" Type="http://schemas.openxmlformats.org/officeDocument/2006/relationships/image" Target="../media/image2.png"/></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18.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theme" Target="../theme/theme11.xml"/><Relationship Id="rId17" Type="http://schemas.openxmlformats.org/officeDocument/2006/relationships/image" Target="../media/image10.svg"/><Relationship Id="rId2" Type="http://schemas.openxmlformats.org/officeDocument/2006/relationships/slideLayout" Target="../slideLayouts/slideLayout112.xml"/><Relationship Id="rId16" Type="http://schemas.openxmlformats.org/officeDocument/2006/relationships/image" Target="../media/image4.png"/><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5" Type="http://schemas.openxmlformats.org/officeDocument/2006/relationships/image" Target="../media/image9.svg"/><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 Id="rId14" Type="http://schemas.openxmlformats.org/officeDocument/2006/relationships/image" Target="../media/image2.png"/></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29.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124.xml"/><Relationship Id="rId7" Type="http://schemas.openxmlformats.org/officeDocument/2006/relationships/slideLayout" Target="../slideLayouts/slideLayout128.xml"/><Relationship Id="rId12" Type="http://schemas.openxmlformats.org/officeDocument/2006/relationships/theme" Target="../theme/theme12.xml"/><Relationship Id="rId17" Type="http://schemas.openxmlformats.org/officeDocument/2006/relationships/image" Target="../media/image10.svg"/><Relationship Id="rId2" Type="http://schemas.openxmlformats.org/officeDocument/2006/relationships/slideLayout" Target="../slideLayouts/slideLayout123.xml"/><Relationship Id="rId16" Type="http://schemas.openxmlformats.org/officeDocument/2006/relationships/image" Target="../media/image4.png"/><Relationship Id="rId1" Type="http://schemas.openxmlformats.org/officeDocument/2006/relationships/slideLayout" Target="../slideLayouts/slideLayout122.xml"/><Relationship Id="rId6" Type="http://schemas.openxmlformats.org/officeDocument/2006/relationships/slideLayout" Target="../slideLayouts/slideLayout127.xml"/><Relationship Id="rId11" Type="http://schemas.openxmlformats.org/officeDocument/2006/relationships/slideLayout" Target="../slideLayouts/slideLayout132.xml"/><Relationship Id="rId5" Type="http://schemas.openxmlformats.org/officeDocument/2006/relationships/slideLayout" Target="../slideLayouts/slideLayout126.xml"/><Relationship Id="rId15" Type="http://schemas.openxmlformats.org/officeDocument/2006/relationships/image" Target="../media/image9.svg"/><Relationship Id="rId10" Type="http://schemas.openxmlformats.org/officeDocument/2006/relationships/slideLayout" Target="../slideLayouts/slideLayout131.xml"/><Relationship Id="rId4" Type="http://schemas.openxmlformats.org/officeDocument/2006/relationships/slideLayout" Target="../slideLayouts/slideLayout125.xml"/><Relationship Id="rId9" Type="http://schemas.openxmlformats.org/officeDocument/2006/relationships/slideLayout" Target="../slideLayouts/slideLayout130.xml"/><Relationship Id="rId14" Type="http://schemas.openxmlformats.org/officeDocument/2006/relationships/image" Target="../media/image2.png"/></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40.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135.xml"/><Relationship Id="rId7" Type="http://schemas.openxmlformats.org/officeDocument/2006/relationships/slideLayout" Target="../slideLayouts/slideLayout139.xml"/><Relationship Id="rId12" Type="http://schemas.openxmlformats.org/officeDocument/2006/relationships/theme" Target="../theme/theme13.xml"/><Relationship Id="rId17" Type="http://schemas.openxmlformats.org/officeDocument/2006/relationships/image" Target="../media/image10.svg"/><Relationship Id="rId2" Type="http://schemas.openxmlformats.org/officeDocument/2006/relationships/slideLayout" Target="../slideLayouts/slideLayout134.xml"/><Relationship Id="rId16" Type="http://schemas.openxmlformats.org/officeDocument/2006/relationships/image" Target="../media/image4.png"/><Relationship Id="rId1" Type="http://schemas.openxmlformats.org/officeDocument/2006/relationships/slideLayout" Target="../slideLayouts/slideLayout133.xml"/><Relationship Id="rId6" Type="http://schemas.openxmlformats.org/officeDocument/2006/relationships/slideLayout" Target="../slideLayouts/slideLayout138.xml"/><Relationship Id="rId11" Type="http://schemas.openxmlformats.org/officeDocument/2006/relationships/slideLayout" Target="../slideLayouts/slideLayout143.xml"/><Relationship Id="rId5" Type="http://schemas.openxmlformats.org/officeDocument/2006/relationships/slideLayout" Target="../slideLayouts/slideLayout137.xml"/><Relationship Id="rId15" Type="http://schemas.openxmlformats.org/officeDocument/2006/relationships/image" Target="../media/image9.svg"/><Relationship Id="rId10" Type="http://schemas.openxmlformats.org/officeDocument/2006/relationships/slideLayout" Target="../slideLayouts/slideLayout142.xml"/><Relationship Id="rId4" Type="http://schemas.openxmlformats.org/officeDocument/2006/relationships/slideLayout" Target="../slideLayouts/slideLayout136.xml"/><Relationship Id="rId9" Type="http://schemas.openxmlformats.org/officeDocument/2006/relationships/slideLayout" Target="../slideLayouts/slideLayout141.xml"/><Relationship Id="rId14" Type="http://schemas.openxmlformats.org/officeDocument/2006/relationships/image" Target="../media/image2.png"/></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51.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146.xml"/><Relationship Id="rId7" Type="http://schemas.openxmlformats.org/officeDocument/2006/relationships/slideLayout" Target="../slideLayouts/slideLayout150.xml"/><Relationship Id="rId12" Type="http://schemas.openxmlformats.org/officeDocument/2006/relationships/theme" Target="../theme/theme14.xml"/><Relationship Id="rId17" Type="http://schemas.openxmlformats.org/officeDocument/2006/relationships/image" Target="../media/image10.svg"/><Relationship Id="rId2" Type="http://schemas.openxmlformats.org/officeDocument/2006/relationships/slideLayout" Target="../slideLayouts/slideLayout145.xml"/><Relationship Id="rId16" Type="http://schemas.openxmlformats.org/officeDocument/2006/relationships/image" Target="../media/image4.png"/><Relationship Id="rId1" Type="http://schemas.openxmlformats.org/officeDocument/2006/relationships/slideLayout" Target="../slideLayouts/slideLayout144.xml"/><Relationship Id="rId6" Type="http://schemas.openxmlformats.org/officeDocument/2006/relationships/slideLayout" Target="../slideLayouts/slideLayout149.xml"/><Relationship Id="rId11" Type="http://schemas.openxmlformats.org/officeDocument/2006/relationships/slideLayout" Target="../slideLayouts/slideLayout154.xml"/><Relationship Id="rId5" Type="http://schemas.openxmlformats.org/officeDocument/2006/relationships/slideLayout" Target="../slideLayouts/slideLayout148.xml"/><Relationship Id="rId15" Type="http://schemas.openxmlformats.org/officeDocument/2006/relationships/image" Target="../media/image9.svg"/><Relationship Id="rId10" Type="http://schemas.openxmlformats.org/officeDocument/2006/relationships/slideLayout" Target="../slideLayouts/slideLayout153.xml"/><Relationship Id="rId4" Type="http://schemas.openxmlformats.org/officeDocument/2006/relationships/slideLayout" Target="../slideLayouts/slideLayout147.xml"/><Relationship Id="rId9" Type="http://schemas.openxmlformats.org/officeDocument/2006/relationships/slideLayout" Target="../slideLayouts/slideLayout152.xml"/><Relationship Id="rId14" Type="http://schemas.openxmlformats.org/officeDocument/2006/relationships/image" Target="../media/image2.png"/></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162.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157.xml"/><Relationship Id="rId7" Type="http://schemas.openxmlformats.org/officeDocument/2006/relationships/slideLayout" Target="../slideLayouts/slideLayout161.xml"/><Relationship Id="rId12" Type="http://schemas.openxmlformats.org/officeDocument/2006/relationships/theme" Target="../theme/theme15.xml"/><Relationship Id="rId17" Type="http://schemas.openxmlformats.org/officeDocument/2006/relationships/image" Target="../media/image10.svg"/><Relationship Id="rId2" Type="http://schemas.openxmlformats.org/officeDocument/2006/relationships/slideLayout" Target="../slideLayouts/slideLayout156.xml"/><Relationship Id="rId16" Type="http://schemas.openxmlformats.org/officeDocument/2006/relationships/image" Target="../media/image4.png"/><Relationship Id="rId1" Type="http://schemas.openxmlformats.org/officeDocument/2006/relationships/slideLayout" Target="../slideLayouts/slideLayout155.xml"/><Relationship Id="rId6" Type="http://schemas.openxmlformats.org/officeDocument/2006/relationships/slideLayout" Target="../slideLayouts/slideLayout160.xml"/><Relationship Id="rId11" Type="http://schemas.openxmlformats.org/officeDocument/2006/relationships/slideLayout" Target="../slideLayouts/slideLayout165.xml"/><Relationship Id="rId5" Type="http://schemas.openxmlformats.org/officeDocument/2006/relationships/slideLayout" Target="../slideLayouts/slideLayout159.xml"/><Relationship Id="rId15" Type="http://schemas.openxmlformats.org/officeDocument/2006/relationships/image" Target="../media/image9.svg"/><Relationship Id="rId10" Type="http://schemas.openxmlformats.org/officeDocument/2006/relationships/slideLayout" Target="../slideLayouts/slideLayout164.xml"/><Relationship Id="rId4" Type="http://schemas.openxmlformats.org/officeDocument/2006/relationships/slideLayout" Target="../slideLayouts/slideLayout158.xml"/><Relationship Id="rId9" Type="http://schemas.openxmlformats.org/officeDocument/2006/relationships/slideLayout" Target="../slideLayouts/slideLayout163.xml"/><Relationship Id="rId14" Type="http://schemas.openxmlformats.org/officeDocument/2006/relationships/image" Target="../media/image2.png"/></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173.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168.xml"/><Relationship Id="rId7" Type="http://schemas.openxmlformats.org/officeDocument/2006/relationships/slideLayout" Target="../slideLayouts/slideLayout172.xml"/><Relationship Id="rId12" Type="http://schemas.openxmlformats.org/officeDocument/2006/relationships/theme" Target="../theme/theme16.xml"/><Relationship Id="rId17" Type="http://schemas.openxmlformats.org/officeDocument/2006/relationships/image" Target="../media/image10.svg"/><Relationship Id="rId2" Type="http://schemas.openxmlformats.org/officeDocument/2006/relationships/slideLayout" Target="../slideLayouts/slideLayout167.xml"/><Relationship Id="rId16" Type="http://schemas.openxmlformats.org/officeDocument/2006/relationships/image" Target="../media/image4.png"/><Relationship Id="rId1" Type="http://schemas.openxmlformats.org/officeDocument/2006/relationships/slideLayout" Target="../slideLayouts/slideLayout166.xml"/><Relationship Id="rId6" Type="http://schemas.openxmlformats.org/officeDocument/2006/relationships/slideLayout" Target="../slideLayouts/slideLayout171.xml"/><Relationship Id="rId11" Type="http://schemas.openxmlformats.org/officeDocument/2006/relationships/slideLayout" Target="../slideLayouts/slideLayout176.xml"/><Relationship Id="rId5" Type="http://schemas.openxmlformats.org/officeDocument/2006/relationships/slideLayout" Target="../slideLayouts/slideLayout170.xml"/><Relationship Id="rId15" Type="http://schemas.openxmlformats.org/officeDocument/2006/relationships/image" Target="../media/image9.svg"/><Relationship Id="rId10" Type="http://schemas.openxmlformats.org/officeDocument/2006/relationships/slideLayout" Target="../slideLayouts/slideLayout175.xml"/><Relationship Id="rId4" Type="http://schemas.openxmlformats.org/officeDocument/2006/relationships/slideLayout" Target="../slideLayouts/slideLayout169.xml"/><Relationship Id="rId9" Type="http://schemas.openxmlformats.org/officeDocument/2006/relationships/slideLayout" Target="../slideLayouts/slideLayout174.xml"/><Relationship Id="rId14" Type="http://schemas.openxmlformats.org/officeDocument/2006/relationships/image" Target="../media/image2.png"/></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184.xml"/><Relationship Id="rId13" Type="http://schemas.openxmlformats.org/officeDocument/2006/relationships/image" Target="../media/image1.png"/><Relationship Id="rId3" Type="http://schemas.openxmlformats.org/officeDocument/2006/relationships/slideLayout" Target="../slideLayouts/slideLayout179.xml"/><Relationship Id="rId7" Type="http://schemas.openxmlformats.org/officeDocument/2006/relationships/slideLayout" Target="../slideLayouts/slideLayout183.xml"/><Relationship Id="rId12" Type="http://schemas.openxmlformats.org/officeDocument/2006/relationships/theme" Target="../theme/theme17.xml"/><Relationship Id="rId2" Type="http://schemas.openxmlformats.org/officeDocument/2006/relationships/slideLayout" Target="../slideLayouts/slideLayout178.xml"/><Relationship Id="rId1" Type="http://schemas.openxmlformats.org/officeDocument/2006/relationships/slideLayout" Target="../slideLayouts/slideLayout177.xml"/><Relationship Id="rId6" Type="http://schemas.openxmlformats.org/officeDocument/2006/relationships/slideLayout" Target="../slideLayouts/slideLayout182.xml"/><Relationship Id="rId11" Type="http://schemas.openxmlformats.org/officeDocument/2006/relationships/slideLayout" Target="../slideLayouts/slideLayout187.xml"/><Relationship Id="rId5" Type="http://schemas.openxmlformats.org/officeDocument/2006/relationships/slideLayout" Target="../slideLayouts/slideLayout181.xml"/><Relationship Id="rId10" Type="http://schemas.openxmlformats.org/officeDocument/2006/relationships/slideLayout" Target="../slideLayouts/slideLayout186.xml"/><Relationship Id="rId4" Type="http://schemas.openxmlformats.org/officeDocument/2006/relationships/slideLayout" Target="../slideLayouts/slideLayout180.xml"/><Relationship Id="rId9" Type="http://schemas.openxmlformats.org/officeDocument/2006/relationships/slideLayout" Target="../slideLayouts/slideLayout185.xml"/><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4"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7.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1.bin"/><Relationship Id="rId1" Type="http://schemas.openxmlformats.org/officeDocument/2006/relationships/slideLayout" Target="../slideLayouts/slideLayout7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1.xml"/></Relationships>
</file>

<file path=ppt/slides/_rels/slide9.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2.bin"/><Relationship Id="rId1" Type="http://schemas.openxmlformats.org/officeDocument/2006/relationships/slideLayout" Target="../slideLayouts/slideLayout1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3.xml"/></Relationships>
</file>

<file path=ppt/slides/_rels/slide11.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3.bin"/><Relationship Id="rId1" Type="http://schemas.openxmlformats.org/officeDocument/2006/relationships/slideLayout" Target="../slideLayouts/slideLayout13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5.xml"/></Relationships>
</file>

<file path=ppt/slides/_rels/slide13.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4.bin"/><Relationship Id="rId1" Type="http://schemas.openxmlformats.org/officeDocument/2006/relationships/slideLayout" Target="../slideLayouts/slideLayout156.xml"/></Relationships>
</file>

<file path=ppt/slides/_rels/slide14.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5.bin"/><Relationship Id="rId1" Type="http://schemas.openxmlformats.org/officeDocument/2006/relationships/slideLayout" Target="../slideLayouts/slideLayout178.xml"/></Relationships>
</file>

<file path=ppt/slides/_rels/slide15.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6.bin"/><Relationship Id="rId1" Type="http://schemas.openxmlformats.org/officeDocument/2006/relationships/slideLayout" Target="../slideLayouts/slideLayout178.xml"/></Relationships>
</file>

<file path=ppt/slides/_rels/slide16.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7.bin"/><Relationship Id="rId1" Type="http://schemas.openxmlformats.org/officeDocument/2006/relationships/slideLayout" Target="../slideLayouts/slideLayout178.xml"/></Relationships>
</file>

<file path=ppt/slides/_rels/slide17.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8.bin"/><Relationship Id="rId1" Type="http://schemas.openxmlformats.org/officeDocument/2006/relationships/slideLayout" Target="../slideLayouts/slideLayout178.xml"/></Relationships>
</file>

<file path=ppt/slides/_rels/slide18.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9.bin"/><Relationship Id="rId1" Type="http://schemas.openxmlformats.org/officeDocument/2006/relationships/slideLayout" Target="../slideLayouts/slideLayout178.xml"/></Relationships>
</file>

<file path=ppt/slides/_rels/slide19.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10.bin"/><Relationship Id="rId1" Type="http://schemas.openxmlformats.org/officeDocument/2006/relationships/slideLayout" Target="../slideLayouts/slideLayout178.xml"/></Relationships>
</file>

<file path=ppt/slides/_rels/slide20.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11.bin"/><Relationship Id="rId1" Type="http://schemas.openxmlformats.org/officeDocument/2006/relationships/slideLayout" Target="../slideLayouts/slideLayout178.xml"/></Relationships>
</file>

<file path=ppt/slides/_rels/slide21.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12.bin"/><Relationship Id="rId1" Type="http://schemas.openxmlformats.org/officeDocument/2006/relationships/slideLayout" Target="../slideLayouts/slideLayout178.xml"/></Relationships>
</file>

<file path=ppt/slides/_rels/slide22.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13.bin"/><Relationship Id="rId1" Type="http://schemas.openxmlformats.org/officeDocument/2006/relationships/slideLayout" Target="../slideLayouts/slideLayout17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8.xml"/></Relationships>
</file>

<file path=ppt/slides/_rels/slide24.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14.bin"/><Relationship Id="rId1" Type="http://schemas.openxmlformats.org/officeDocument/2006/relationships/slideLayout" Target="../slideLayouts/slideLayout178.xml"/></Relationships>
</file>

<file path=ppt/slides/_rels/slide25.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15.bin"/><Relationship Id="rId1" Type="http://schemas.openxmlformats.org/officeDocument/2006/relationships/slideLayout" Target="../slideLayouts/slideLayout16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ctrTitle"/>
          </p:nvPr>
        </p:nvSpPr>
        <p:spPr>
          <a:xfrm>
            <a:off x="727889" y="1229265"/>
            <a:ext cx="7688222" cy="1153160"/>
          </a:xfrm>
        </p:spPr>
        <p:txBody>
          <a:bodyPr>
            <a:noAutofit/>
          </a:bodyPr>
          <a:lstStyle/>
          <a:p>
            <a:pPr algn="ctr"/>
            <a:r>
              <a:rPr lang="en-US" sz="4000" dirty="0">
                <a:solidFill>
                  <a:schemeClr val="bg1"/>
                </a:solidFill>
                <a:latin typeface="Times New Roman" panose="02020603050405020304" pitchFamily="18" charset="0"/>
                <a:cs typeface="Times New Roman" panose="02020603050405020304" pitchFamily="18" charset="0"/>
              </a:rPr>
              <a:t>Data Mining</a:t>
            </a:r>
            <a:br>
              <a:rPr lang="en-US" sz="4000" dirty="0">
                <a:solidFill>
                  <a:schemeClr val="bg1"/>
                </a:solidFill>
                <a:latin typeface="Times New Roman" panose="02020603050405020304" pitchFamily="18" charset="0"/>
                <a:cs typeface="Times New Roman" panose="02020603050405020304" pitchFamily="18" charset="0"/>
              </a:rPr>
            </a:br>
            <a:r>
              <a:rPr lang="en-US" sz="4000" dirty="0">
                <a:solidFill>
                  <a:schemeClr val="bg1"/>
                </a:solidFill>
                <a:latin typeface="Times New Roman" panose="02020603050405020304" pitchFamily="18" charset="0"/>
                <a:cs typeface="Times New Roman" panose="02020603050405020304" pitchFamily="18" charset="0"/>
              </a:rPr>
              <a:t>DS-303</a:t>
            </a:r>
          </a:p>
        </p:txBody>
      </p:sp>
      <p:sp>
        <p:nvSpPr>
          <p:cNvPr id="3" name="Subtitle 2"/>
          <p:cNvSpPr>
            <a:spLocks noGrp="1"/>
          </p:cNvSpPr>
          <p:nvPr>
            <p:ph type="subTitle" idx="1"/>
          </p:nvPr>
        </p:nvSpPr>
        <p:spPr>
          <a:xfrm>
            <a:off x="1391233" y="3082889"/>
            <a:ext cx="6716268" cy="3181229"/>
          </a:xfrm>
        </p:spPr>
        <p:txBody>
          <a:bodyPr>
            <a:noAutofit/>
          </a:bodyPr>
          <a:lstStyle/>
          <a:p>
            <a:r>
              <a:rPr lang="en-US" sz="2800" b="1" dirty="0">
                <a:solidFill>
                  <a:schemeClr val="bg1"/>
                </a:solidFill>
                <a:latin typeface="Times New Roman" panose="02020603050405020304" pitchFamily="18" charset="0"/>
                <a:cs typeface="Times New Roman" panose="02020603050405020304" pitchFamily="18" charset="0"/>
              </a:rPr>
              <a:t>Lecture 2</a:t>
            </a:r>
            <a:endParaRPr lang="en-GB" sz="2800" b="1" dirty="0">
              <a:solidFill>
                <a:schemeClr val="bg1"/>
              </a:solidFill>
              <a:latin typeface="Times New Roman" panose="02020603050405020304" pitchFamily="18" charset="0"/>
              <a:cs typeface="Times New Roman" panose="02020603050405020304" pitchFamily="18" charset="0"/>
            </a:endParaRPr>
          </a:p>
          <a:p>
            <a:endParaRPr lang="en-GB" sz="2800" b="1" dirty="0">
              <a:solidFill>
                <a:schemeClr val="bg1"/>
              </a:solidFill>
              <a:latin typeface="Times New Roman" panose="02020603050405020304" pitchFamily="18" charset="0"/>
              <a:cs typeface="Times New Roman" panose="02020603050405020304" pitchFamily="18" charset="0"/>
            </a:endParaRPr>
          </a:p>
          <a:p>
            <a:endParaRPr lang="en-GB" sz="2800" b="1" dirty="0">
              <a:solidFill>
                <a:schemeClr val="bg1"/>
              </a:solidFill>
              <a:latin typeface="Garamond" panose="02020404030301010803" pitchFamily="18" charset="0"/>
            </a:endParaRPr>
          </a:p>
          <a:p>
            <a:pPr algn="r"/>
            <a:r>
              <a:rPr lang="en-GB" sz="2400" b="1" dirty="0">
                <a:solidFill>
                  <a:schemeClr val="bg1"/>
                </a:solidFill>
                <a:latin typeface="Garamond" panose="02020404030301010803" pitchFamily="18" charset="0"/>
              </a:rPr>
              <a:t>Muhammad Arham</a:t>
            </a:r>
          </a:p>
          <a:p>
            <a:pPr algn="r"/>
            <a:r>
              <a:rPr lang="en-GB" sz="2400" b="1" dirty="0">
                <a:solidFill>
                  <a:schemeClr val="bg1"/>
                </a:solidFill>
                <a:latin typeface="Garamond" panose="02020404030301010803" pitchFamily="18" charset="0"/>
              </a:rPr>
              <a:t>Lecturer</a:t>
            </a:r>
          </a:p>
          <a:p>
            <a:pPr algn="r"/>
            <a:r>
              <a:rPr lang="en-GB" sz="2400" b="1" dirty="0">
                <a:solidFill>
                  <a:schemeClr val="bg1"/>
                </a:solidFill>
                <a:latin typeface="Garamond" panose="02020404030301010803" pitchFamily="18" charset="0"/>
              </a:rPr>
              <a:t>The University of Faisalabad</a:t>
            </a:r>
          </a:p>
        </p:txBody>
      </p:sp>
      <p:pic>
        <p:nvPicPr>
          <p:cNvPr id="10" name="Graphic 9"/>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92728" y="0"/>
            <a:ext cx="2708768" cy="361169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2000"/>
                                        <p:tgtEl>
                                          <p:spTgt spid="2"/>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box(in)">
                                      <p:cBhvr>
                                        <p:cTn id="10" dur="2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box(in)">
                                      <p:cBhvr>
                                        <p:cTn id="15" dur="20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box(in)">
                                      <p:cBhvr>
                                        <p:cTn id="20" dur="20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box(in)">
                                      <p:cBhvr>
                                        <p:cTn id="25"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build="p"/>
      <p:bldP spid="3" grpId="1"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ltLang="en-US" sz="3200" dirty="0">
                <a:solidFill>
                  <a:schemeClr val="tx1"/>
                </a:solidFill>
                <a:latin typeface="Times New Roman" panose="02020603050405020304" pitchFamily="18" charset="0"/>
                <a:cs typeface="Times New Roman" panose="02020603050405020304" pitchFamily="18" charset="0"/>
              </a:rPr>
              <a:t>K-Mean and K-Median Clustering </a:t>
            </a:r>
          </a:p>
        </p:txBody>
      </p:sp>
      <p:sp>
        <p:nvSpPr>
          <p:cNvPr id="6" name="Slide Number Placeholder 5"/>
          <p:cNvSpPr>
            <a:spLocks noGrp="1"/>
          </p:cNvSpPr>
          <p:nvPr>
            <p:ph type="sldNum" sz="quarter" idx="12"/>
          </p:nvPr>
        </p:nvSpPr>
        <p:spPr/>
        <p:txBody>
          <a:bodyPr/>
          <a:lstStyle/>
          <a:p>
            <a:fld id="{1D5CD492-2BC6-F348-9965-EC1D86DF57A8}" type="slidenum">
              <a:rPr lang="en-US" smtClean="0"/>
              <a:t>2</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Content </a:t>
            </a:r>
          </a:p>
        </p:txBody>
      </p: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anim calcmode="lin" valueType="num">
                                      <p:cBhvr>
                                        <p:cTn id="8" dur="2000" fill="hold"/>
                                        <p:tgtEl>
                                          <p:spTgt spid="6"/>
                                        </p:tgtEl>
                                        <p:attrNameLst>
                                          <p:attrName>ppt_w</p:attrName>
                                        </p:attrNameLst>
                                      </p:cBhvr>
                                      <p:tavLst>
                                        <p:tav tm="0" fmla="#ppt_w*sin(2.5*pi*$)">
                                          <p:val>
                                            <p:fltVal val="0"/>
                                          </p:val>
                                        </p:tav>
                                        <p:tav tm="100000">
                                          <p:val>
                                            <p:fltVal val="1"/>
                                          </p:val>
                                        </p:tav>
                                      </p:tavLst>
                                    </p:anim>
                                    <p:anim calcmode="lin" valueType="num">
                                      <p:cBhvr>
                                        <p:cTn id="9" dur="20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500" fill="hold"/>
                                        <p:tgtEl>
                                          <p:spTgt spid="8"/>
                                        </p:tgtEl>
                                        <p:attrNameLst>
                                          <p:attrName>ppt_w</p:attrName>
                                        </p:attrNameLst>
                                      </p:cBhvr>
                                      <p:tavLst>
                                        <p:tav tm="0">
                                          <p:val>
                                            <p:fltVal val="0"/>
                                          </p:val>
                                        </p:tav>
                                        <p:tav tm="100000">
                                          <p:val>
                                            <p:strVal val="#ppt_w"/>
                                          </p:val>
                                        </p:tav>
                                      </p:tavLst>
                                    </p:anim>
                                    <p:anim calcmode="lin" valueType="num">
                                      <p:cBhvr>
                                        <p:cTn id="15" dur="500" fill="hold"/>
                                        <p:tgtEl>
                                          <p:spTgt spid="8"/>
                                        </p:tgtEl>
                                        <p:attrNameLst>
                                          <p:attrName>ppt_h</p:attrName>
                                        </p:attrNameLst>
                                      </p:cBhvr>
                                      <p:tavLst>
                                        <p:tav tm="0">
                                          <p:val>
                                            <p:fltVal val="0"/>
                                          </p:val>
                                        </p:tav>
                                        <p:tav tm="100000">
                                          <p:val>
                                            <p:strVal val="#ppt_h"/>
                                          </p:val>
                                        </p:tav>
                                      </p:tavLst>
                                    </p:anim>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43" presetClass="entr" presetSubtype="0" fill="hold"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Effect transition="in" filter="fade">
                                      <p:cBhvr>
                                        <p:cTn id="21" dur="100"/>
                                        <p:tgtEl>
                                          <p:spTgt spid="3">
                                            <p:txEl>
                                              <p:pRg st="0" end="0"/>
                                            </p:txEl>
                                          </p:spTgt>
                                        </p:tgtEl>
                                      </p:cBhvr>
                                    </p:animEffect>
                                    <p:anim calcmode="lin" valueType="num">
                                      <p:cBhvr>
                                        <p:cTn id="22" dur="4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3" dur="400" fill="hold"/>
                                        <p:tgtEl>
                                          <p:spTgt spid="3">
                                            <p:txEl>
                                              <p:pRg st="0" end="0"/>
                                            </p:txEl>
                                          </p:spTgt>
                                        </p:tgtEl>
                                        <p:attrNameLst>
                                          <p:attrName>ppt_y</p:attrName>
                                        </p:attrNameLst>
                                      </p:cBhvr>
                                      <p:tavLst>
                                        <p:tav tm="0">
                                          <p:val>
                                            <p:strVal val="#ppt_y+0.31"/>
                                          </p:val>
                                        </p:tav>
                                        <p:tav tm="100000">
                                          <p:val>
                                            <p:strVal val="#ppt_y+0.31"/>
                                          </p:val>
                                        </p:tav>
                                      </p:tavLst>
                                    </p:anim>
                                    <p:anim calcmode="lin" valueType="num">
                                      <p:cBhvr>
                                        <p:cTn id="24" dur="600" decel="50000" fill="hold">
                                          <p:stCondLst>
                                            <p:cond delay="400"/>
                                          </p:stCondLst>
                                        </p:cTn>
                                        <p:tgtEl>
                                          <p:spTgt spid="3">
                                            <p:txEl>
                                              <p:pRg st="0" end="0"/>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25" dur="600" decel="50000" fill="hold">
                                          <p:stCondLst>
                                            <p:cond delay="400"/>
                                          </p:stCondLst>
                                        </p:cTn>
                                        <p:tgtEl>
                                          <p:spTgt spid="3">
                                            <p:txEl>
                                              <p:pRg st="0" end="0"/>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P spid="6" grpId="0"/>
      <p:bldP spid="6" grpId="1"/>
      <p:bldP spid="8" grpId="0"/>
      <p:bldP spid="8"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3</a:t>
            </a:fld>
            <a:endParaRPr lang="en-US"/>
          </a:p>
        </p:txBody>
      </p:sp>
      <p:sp>
        <p:nvSpPr>
          <p:cNvPr id="8" name="Title 1"/>
          <p:cNvSpPr>
            <a:spLocks noGrp="1"/>
          </p:cNvSpPr>
          <p:nvPr>
            <p:ph type="title"/>
          </p:nvPr>
        </p:nvSpPr>
        <p:spPr>
          <a:xfrm>
            <a:off x="453390" y="3024505"/>
            <a:ext cx="8437880" cy="1143000"/>
          </a:xfrm>
        </p:spPr>
        <p:txBody>
          <a:bodyPr/>
          <a:lstStyle/>
          <a:p>
            <a:pPr algn="ctr"/>
            <a:r>
              <a:rPr lang="en-US" altLang="en-US" sz="4800" dirty="0">
                <a:solidFill>
                  <a:srgbClr val="C00000"/>
                </a:solidFill>
                <a:latin typeface="Times New Roman" panose="02020603050405020304" pitchFamily="18" charset="0"/>
                <a:cs typeface="Times New Roman" panose="02020603050405020304" pitchFamily="18" charset="0"/>
                <a:sym typeface="+mn-ea"/>
              </a:rPr>
              <a:t>K-Mean Clustering </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checkerboard(across)">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8" grpId="0"/>
      <p:bldP spid="8"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4</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What is K-Means Algorithm?</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K-Means clustering is an unsupervised learning algorithm that is used to solve the clustering problems in machine learning or data science.</a:t>
            </a:r>
          </a:p>
          <a:p>
            <a:r>
              <a:rPr lang="en-US" altLang="en-US" sz="2400" dirty="0">
                <a:solidFill>
                  <a:schemeClr val="tx1"/>
                </a:solidFill>
                <a:latin typeface="Times New Roman" panose="02020603050405020304" pitchFamily="18" charset="0"/>
                <a:cs typeface="Times New Roman" panose="02020603050405020304" pitchFamily="18" charset="0"/>
              </a:rPr>
              <a:t>K-means clustering is an unsupervised learning algorithm, which groups the unlabeled dataset into different clusters.</a:t>
            </a:r>
          </a:p>
          <a:p>
            <a:r>
              <a:rPr lang="en-US" altLang="en-US" sz="2400" dirty="0">
                <a:solidFill>
                  <a:schemeClr val="tx1"/>
                </a:solidFill>
                <a:latin typeface="Times New Roman" panose="02020603050405020304" pitchFamily="18" charset="0"/>
                <a:cs typeface="Times New Roman" panose="02020603050405020304" pitchFamily="18" charset="0"/>
              </a:rPr>
              <a:t>here k defines the number of pre-defined clusters that need to be created in the process, as if K=2, there will be two clusters, and for k=3, there will be three clusters and so on</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4" dur="500"/>
                                        <p:tgtEl>
                                          <p:spTgt spid="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9" dur="500"/>
                                        <p:tgtEl>
                                          <p:spTgt spid="4">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Effect transition="in" filter="randombar(horizontal)">
                                      <p:cBhvr>
                                        <p:cTn id="24"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5</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Cont...</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It allows us to cluster the data into different groups and a convenient way to discover the categories of groups in the unlabeled dataset on its own without the need for any training.</a:t>
            </a:r>
          </a:p>
          <a:p>
            <a:r>
              <a:rPr lang="en-US" altLang="en-US" sz="2400" dirty="0">
                <a:solidFill>
                  <a:schemeClr val="tx1"/>
                </a:solidFill>
                <a:latin typeface="Times New Roman" panose="02020603050405020304" pitchFamily="18" charset="0"/>
                <a:cs typeface="Times New Roman" panose="02020603050405020304" pitchFamily="18" charset="0"/>
              </a:rPr>
              <a:t>It is a centroid-based algorithm, where each cluster is associated with a centroid. The main aim of this algorithm is to minimize the sum of distances between the data point and their corresponding clusters.</a:t>
            </a:r>
          </a:p>
          <a:p>
            <a:r>
              <a:rPr lang="en-US" altLang="en-US" sz="2400" dirty="0">
                <a:solidFill>
                  <a:schemeClr val="tx1"/>
                </a:solidFill>
                <a:latin typeface="Times New Roman" panose="02020603050405020304" pitchFamily="18" charset="0"/>
                <a:cs typeface="Times New Roman" panose="02020603050405020304" pitchFamily="18" charset="0"/>
              </a:rPr>
              <a:t>The algorithm takes the unlabeled dataset as input, divides the dataset into k-number of clusters, and repeats the process until it does not find the best clusters. The value of k should be predetermined in this algorithm.</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4" dur="500"/>
                                        <p:tgtEl>
                                          <p:spTgt spid="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9" dur="500"/>
                                        <p:tgtEl>
                                          <p:spTgt spid="4">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Effect transition="in" filter="randombar(horizontal)">
                                      <p:cBhvr>
                                        <p:cTn id="24"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6</a:t>
            </a:fld>
            <a:endParaRPr lang="en-US"/>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The k-means clustering algorithm mainly performs two tasks:</a:t>
            </a:r>
          </a:p>
          <a:p>
            <a:pPr lvl="1"/>
            <a:r>
              <a:rPr lang="en-US" altLang="en-US" sz="2000" dirty="0">
                <a:solidFill>
                  <a:schemeClr val="tx1"/>
                </a:solidFill>
                <a:latin typeface="Times New Roman" panose="02020603050405020304" pitchFamily="18" charset="0"/>
                <a:cs typeface="Times New Roman" panose="02020603050405020304" pitchFamily="18" charset="0"/>
              </a:rPr>
              <a:t>Determines the best value for K center points or centroids by an iterative process.</a:t>
            </a:r>
          </a:p>
          <a:p>
            <a:pPr lvl="1"/>
            <a:r>
              <a:rPr lang="en-US" altLang="en-US" sz="2000" dirty="0">
                <a:solidFill>
                  <a:schemeClr val="tx1"/>
                </a:solidFill>
                <a:latin typeface="Times New Roman" panose="02020603050405020304" pitchFamily="18" charset="0"/>
                <a:cs typeface="Times New Roman" panose="02020603050405020304" pitchFamily="18" charset="0"/>
              </a:rPr>
              <a:t>Assigns each data point to its closest k-center. Those data points which are near to the particular k-center, create a cluster.</a:t>
            </a:r>
          </a:p>
          <a:p>
            <a:pPr lvl="1"/>
            <a:r>
              <a:rPr lang="en-US" altLang="en-US" sz="2000" dirty="0">
                <a:solidFill>
                  <a:schemeClr val="tx1"/>
                </a:solidFill>
                <a:latin typeface="Times New Roman" panose="02020603050405020304" pitchFamily="18" charset="0"/>
                <a:cs typeface="Times New Roman" panose="02020603050405020304" pitchFamily="18" charset="0"/>
              </a:rPr>
              <a:t>Hence each cluster has datapoints with some commonalities, and it is away from other clusters.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randombar(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randombar(horizontal)">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randombar(horizontal)">
                                      <p:cBhvr>
                                        <p:cTn id="2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7</a:t>
            </a:fld>
            <a:endParaRPr lang="en-US"/>
          </a:p>
        </p:txBody>
      </p:sp>
      <p:sp>
        <p:nvSpPr>
          <p:cNvPr id="8" name="Title 1"/>
          <p:cNvSpPr>
            <a:spLocks noGrp="1"/>
          </p:cNvSpPr>
          <p:nvPr>
            <p:ph type="title"/>
          </p:nvPr>
        </p:nvSpPr>
        <p:spPr>
          <a:xfrm>
            <a:off x="1553226" y="0"/>
            <a:ext cx="5461349" cy="1143000"/>
          </a:xfrm>
        </p:spPr>
        <p:txBody>
          <a:bodyPr/>
          <a:lstStyle/>
          <a:p>
            <a:pPr algn="ctr"/>
            <a:endParaRPr lang="en-US" sz="3600" dirty="0">
              <a:solidFill>
                <a:schemeClr val="bg1"/>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The below diagram explains the working of the K-means clustering algorithm </a:t>
            </a:r>
          </a:p>
          <a:p>
            <a:endParaRPr lang="en-US" altLang="en-US" sz="2400" dirty="0">
              <a:solidFill>
                <a:schemeClr val="tx1"/>
              </a:solidFill>
              <a:latin typeface="Times New Roman" panose="02020603050405020304" pitchFamily="18" charset="0"/>
              <a:cs typeface="Times New Roman" panose="02020603050405020304" pitchFamily="18" charset="0"/>
            </a:endParaRPr>
          </a:p>
        </p:txBody>
      </p:sp>
      <p:graphicFrame>
        <p:nvGraphicFramePr>
          <p:cNvPr id="2" name="Object 1"/>
          <p:cNvGraphicFramePr/>
          <p:nvPr/>
        </p:nvGraphicFramePr>
        <p:xfrm>
          <a:off x="1929765" y="3173730"/>
          <a:ext cx="5622925" cy="2926715"/>
        </p:xfrm>
        <a:graphic>
          <a:graphicData uri="http://schemas.openxmlformats.org/presentationml/2006/ole">
            <mc:AlternateContent xmlns:mc="http://schemas.openxmlformats.org/markup-compatibility/2006">
              <mc:Choice xmlns:v="urn:schemas-microsoft-com:vml" Requires="v">
                <p:oleObj r:id="rId2" imgW="4705350" imgH="2143125" progId="Paint.Picture">
                  <p:embed/>
                </p:oleObj>
              </mc:Choice>
              <mc:Fallback>
                <p:oleObj r:id="rId2" imgW="4705350" imgH="2143125" progId="Paint.Picture">
                  <p:embed/>
                  <p:pic>
                    <p:nvPicPr>
                      <p:cNvPr id="0" name="Picture 2"/>
                      <p:cNvPicPr/>
                      <p:nvPr/>
                    </p:nvPicPr>
                    <p:blipFill>
                      <a:blip r:embed="rId3"/>
                      <a:stretch>
                        <a:fillRect/>
                      </a:stretch>
                    </p:blipFill>
                    <p:spPr>
                      <a:xfrm>
                        <a:off x="1929765" y="3173730"/>
                        <a:ext cx="5622925" cy="2926715"/>
                      </a:xfrm>
                      <a:prstGeom prst="rect">
                        <a:avLst/>
                      </a:prstGeom>
                    </p:spPr>
                  </p:pic>
                </p:oleObj>
              </mc:Fallback>
            </mc:AlternateContent>
          </a:graphicData>
        </a:graphic>
      </p:graphicFrame>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4"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8</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How does the K-Means algorithm works?</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Step-1: Select the number K to decide the number of clusters.</a:t>
            </a:r>
          </a:p>
          <a:p>
            <a:r>
              <a:rPr lang="en-US" altLang="en-US" sz="2400" dirty="0">
                <a:solidFill>
                  <a:schemeClr val="tx1"/>
                </a:solidFill>
                <a:latin typeface="Times New Roman" panose="02020603050405020304" pitchFamily="18" charset="0"/>
                <a:cs typeface="Times New Roman" panose="02020603050405020304" pitchFamily="18" charset="0"/>
              </a:rPr>
              <a:t>Step-2: Select random K points or centroids. (It can be other from the input dataset).</a:t>
            </a:r>
          </a:p>
          <a:p>
            <a:r>
              <a:rPr lang="en-US" altLang="en-US" sz="2400" dirty="0">
                <a:solidFill>
                  <a:schemeClr val="tx1"/>
                </a:solidFill>
                <a:latin typeface="Times New Roman" panose="02020603050405020304" pitchFamily="18" charset="0"/>
                <a:cs typeface="Times New Roman" panose="02020603050405020304" pitchFamily="18" charset="0"/>
              </a:rPr>
              <a:t>Step-3: Assign each data point to their closest centroid, which will form the predefined K clusters.</a:t>
            </a:r>
          </a:p>
          <a:p>
            <a:r>
              <a:rPr lang="en-US" altLang="en-US" sz="2400" dirty="0">
                <a:solidFill>
                  <a:schemeClr val="tx1"/>
                </a:solidFill>
                <a:latin typeface="Times New Roman" panose="02020603050405020304" pitchFamily="18" charset="0"/>
                <a:cs typeface="Times New Roman" panose="02020603050405020304" pitchFamily="18" charset="0"/>
              </a:rPr>
              <a:t>Step-4: Calculate the variance and place a new centroid of each cluster.</a:t>
            </a:r>
          </a:p>
          <a:p>
            <a:r>
              <a:rPr lang="en-US" altLang="en-US" sz="2400" dirty="0">
                <a:solidFill>
                  <a:schemeClr val="tx1"/>
                </a:solidFill>
                <a:latin typeface="Times New Roman" panose="02020603050405020304" pitchFamily="18" charset="0"/>
                <a:cs typeface="Times New Roman" panose="02020603050405020304" pitchFamily="18" charset="0"/>
              </a:rPr>
              <a:t>Step-5: Repeat the third steps, which means reassign each datapoint to the new closest centroid of each cluster. Step-6: If any reassignment occurs, then go to step-4 else go to FINISH.</a:t>
            </a:r>
          </a:p>
          <a:p>
            <a:r>
              <a:rPr lang="en-US" altLang="en-US" sz="2400" dirty="0">
                <a:solidFill>
                  <a:schemeClr val="tx1"/>
                </a:solidFill>
                <a:latin typeface="Times New Roman" panose="02020603050405020304" pitchFamily="18" charset="0"/>
                <a:cs typeface="Times New Roman" panose="02020603050405020304" pitchFamily="18" charset="0"/>
              </a:rPr>
              <a:t>Step-7: The model is ready.</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4" dur="500"/>
                                        <p:tgtEl>
                                          <p:spTgt spid="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9" dur="500"/>
                                        <p:tgtEl>
                                          <p:spTgt spid="4">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Effect transition="in" filter="randombar(horizontal)">
                                      <p:cBhvr>
                                        <p:cTn id="24" dur="500"/>
                                        <p:tgtEl>
                                          <p:spTgt spid="4">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Effect transition="in" filter="randombar(horizontal)">
                                      <p:cBhvr>
                                        <p:cTn id="29" dur="500"/>
                                        <p:tgtEl>
                                          <p:spTgt spid="4">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nodeType="clickEffect">
                                  <p:stCondLst>
                                    <p:cond delay="0"/>
                                  </p:stCondLst>
                                  <p:childTnLst>
                                    <p:set>
                                      <p:cBhvr>
                                        <p:cTn id="33" dur="1" fill="hold">
                                          <p:stCondLst>
                                            <p:cond delay="0"/>
                                          </p:stCondLst>
                                        </p:cTn>
                                        <p:tgtEl>
                                          <p:spTgt spid="4">
                                            <p:txEl>
                                              <p:pRg st="4" end="4"/>
                                            </p:txEl>
                                          </p:spTgt>
                                        </p:tgtEl>
                                        <p:attrNameLst>
                                          <p:attrName>style.visibility</p:attrName>
                                        </p:attrNameLst>
                                      </p:cBhvr>
                                      <p:to>
                                        <p:strVal val="visible"/>
                                      </p:to>
                                    </p:set>
                                    <p:animEffect transition="in" filter="randombar(horizontal)">
                                      <p:cBhvr>
                                        <p:cTn id="34" dur="500"/>
                                        <p:tgtEl>
                                          <p:spTgt spid="4">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4" presetClass="entr" presetSubtype="10" fill="hold" nodeType="click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animEffect transition="in" filter="randombar(horizontal)">
                                      <p:cBhvr>
                                        <p:cTn id="39"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9</a:t>
            </a:fld>
            <a:endParaRPr lang="en-US"/>
          </a:p>
        </p:txBody>
      </p:sp>
      <p:sp>
        <p:nvSpPr>
          <p:cNvPr id="8" name="Title 1"/>
          <p:cNvSpPr>
            <a:spLocks noGrp="1"/>
          </p:cNvSpPr>
          <p:nvPr>
            <p:ph type="title"/>
          </p:nvPr>
        </p:nvSpPr>
        <p:spPr>
          <a:xfrm>
            <a:off x="1553226" y="0"/>
            <a:ext cx="5461349" cy="1143000"/>
          </a:xfrm>
        </p:spPr>
        <p:txBody>
          <a:bodyPr/>
          <a:lstStyle/>
          <a:p>
            <a:pPr algn="ctr"/>
            <a:endParaRPr lang="en-US" sz="3600" dirty="0">
              <a:solidFill>
                <a:schemeClr val="bg1"/>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Suppose we have two variables M1 and M2.</a:t>
            </a:r>
          </a:p>
          <a:p>
            <a:r>
              <a:rPr lang="en-US" altLang="en-US" sz="2400" dirty="0">
                <a:solidFill>
                  <a:schemeClr val="tx1"/>
                </a:solidFill>
                <a:latin typeface="Times New Roman" panose="02020603050405020304" pitchFamily="18" charset="0"/>
                <a:cs typeface="Times New Roman" panose="02020603050405020304" pitchFamily="18" charset="0"/>
              </a:rPr>
              <a:t>the x-y axis scatter plot of these two variables is given below</a:t>
            </a:r>
          </a:p>
          <a:p>
            <a:endParaRPr lang="en-US" altLang="en-US" sz="2400" dirty="0">
              <a:solidFill>
                <a:schemeClr val="tx1"/>
              </a:solidFill>
              <a:latin typeface="Times New Roman" panose="02020603050405020304" pitchFamily="18" charset="0"/>
              <a:cs typeface="Times New Roman" panose="02020603050405020304" pitchFamily="18" charset="0"/>
            </a:endParaRPr>
          </a:p>
        </p:txBody>
      </p:sp>
      <p:graphicFrame>
        <p:nvGraphicFramePr>
          <p:cNvPr id="2" name="Object 1"/>
          <p:cNvGraphicFramePr/>
          <p:nvPr/>
        </p:nvGraphicFramePr>
        <p:xfrm>
          <a:off x="2826385" y="3429000"/>
          <a:ext cx="2717165" cy="2278380"/>
        </p:xfrm>
        <a:graphic>
          <a:graphicData uri="http://schemas.openxmlformats.org/presentationml/2006/ole">
            <mc:AlternateContent xmlns:mc="http://schemas.openxmlformats.org/markup-compatibility/2006">
              <mc:Choice xmlns:v="urn:schemas-microsoft-com:vml" Requires="v">
                <p:oleObj r:id="rId2" imgW="2714625" imgH="2276475" progId="Paint.Picture">
                  <p:embed/>
                </p:oleObj>
              </mc:Choice>
              <mc:Fallback>
                <p:oleObj r:id="rId2" imgW="2714625" imgH="2276475" progId="Paint.Picture">
                  <p:embed/>
                  <p:pic>
                    <p:nvPicPr>
                      <p:cNvPr id="0" name="Picture 2"/>
                      <p:cNvPicPr/>
                      <p:nvPr/>
                    </p:nvPicPr>
                    <p:blipFill>
                      <a:blip r:embed="rId3"/>
                      <a:stretch>
                        <a:fillRect/>
                      </a:stretch>
                    </p:blipFill>
                    <p:spPr>
                      <a:xfrm>
                        <a:off x="2826385" y="3429000"/>
                        <a:ext cx="2717165" cy="2278380"/>
                      </a:xfrm>
                      <a:prstGeom prst="rect">
                        <a:avLst/>
                      </a:prstGeom>
                    </p:spPr>
                  </p:pic>
                </p:oleObj>
              </mc:Fallback>
            </mc:AlternateContent>
          </a:graphicData>
        </a:graphic>
      </p:graphicFrame>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4" dur="500"/>
                                        <p:tgtEl>
                                          <p:spTgt spid="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9"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10</a:t>
            </a:fld>
            <a:endParaRPr lang="en-US"/>
          </a:p>
        </p:txBody>
      </p:sp>
      <p:sp>
        <p:nvSpPr>
          <p:cNvPr id="8" name="Title 1"/>
          <p:cNvSpPr>
            <a:spLocks noGrp="1"/>
          </p:cNvSpPr>
          <p:nvPr>
            <p:ph type="title"/>
          </p:nvPr>
        </p:nvSpPr>
        <p:spPr>
          <a:xfrm>
            <a:off x="1553226" y="0"/>
            <a:ext cx="5461349" cy="1143000"/>
          </a:xfrm>
        </p:spPr>
        <p:txBody>
          <a:bodyPr/>
          <a:lstStyle/>
          <a:p>
            <a:pPr algn="ctr"/>
            <a:endParaRPr lang="en-US" sz="3600" dirty="0">
              <a:solidFill>
                <a:schemeClr val="bg1"/>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Let's take number k of clusters, i.e., K=2, to identify the dataset and to put them into different clusters. It means here we will try to group these datasets into two different clusters. </a:t>
            </a:r>
          </a:p>
          <a:p>
            <a:r>
              <a:rPr lang="en-US" altLang="en-US" sz="2400" dirty="0">
                <a:solidFill>
                  <a:schemeClr val="tx1"/>
                </a:solidFill>
                <a:latin typeface="Times New Roman" panose="02020603050405020304" pitchFamily="18" charset="0"/>
                <a:cs typeface="Times New Roman" panose="02020603050405020304" pitchFamily="18" charset="0"/>
              </a:rPr>
              <a:t>We need to choose some random k points or centroid to form the cluster. These points can be either the points from the dataset or any other point. So, here we are selecting the below two points as k points, which are not the part of our dataset. Consider the below image:</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4" dur="500"/>
                                        <p:tgtEl>
                                          <p:spTgt spid="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9"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11</a:t>
            </a:fld>
            <a:endParaRPr lang="en-US"/>
          </a:p>
        </p:txBody>
      </p:sp>
      <p:sp>
        <p:nvSpPr>
          <p:cNvPr id="8" name="Title 1"/>
          <p:cNvSpPr>
            <a:spLocks noGrp="1"/>
          </p:cNvSpPr>
          <p:nvPr>
            <p:ph type="title"/>
          </p:nvPr>
        </p:nvSpPr>
        <p:spPr>
          <a:xfrm>
            <a:off x="1553226" y="0"/>
            <a:ext cx="5461349" cy="1143000"/>
          </a:xfrm>
        </p:spPr>
        <p:txBody>
          <a:bodyPr/>
          <a:lstStyle/>
          <a:p>
            <a:pPr algn="ctr"/>
            <a:endParaRPr lang="en-US" sz="3600" dirty="0">
              <a:solidFill>
                <a:schemeClr val="bg1"/>
              </a:solidFill>
              <a:latin typeface="Times New Roman" panose="02020603050405020304" pitchFamily="18" charset="0"/>
              <a:cs typeface="Times New Roman" panose="02020603050405020304" pitchFamily="18" charset="0"/>
            </a:endParaRPr>
          </a:p>
        </p:txBody>
      </p:sp>
      <p:graphicFrame>
        <p:nvGraphicFramePr>
          <p:cNvPr id="2" name="Content Placeholder 1"/>
          <p:cNvGraphicFramePr>
            <a:graphicFrameLocks noGrp="1" noChangeAspect="1"/>
          </p:cNvGraphicFramePr>
          <p:nvPr>
            <p:ph idx="1"/>
          </p:nvPr>
        </p:nvGraphicFramePr>
        <p:xfrm>
          <a:off x="2338070" y="2032000"/>
          <a:ext cx="3891915" cy="3187700"/>
        </p:xfrm>
        <a:graphic>
          <a:graphicData uri="http://schemas.openxmlformats.org/presentationml/2006/ole">
            <mc:AlternateContent xmlns:mc="http://schemas.openxmlformats.org/markup-compatibility/2006">
              <mc:Choice xmlns:v="urn:schemas-microsoft-com:vml" Requires="v">
                <p:oleObj r:id="rId2" imgW="3105150" imgH="2543175" progId="Paint.Picture">
                  <p:embed/>
                </p:oleObj>
              </mc:Choice>
              <mc:Fallback>
                <p:oleObj r:id="rId2" imgW="3105150" imgH="2543175" progId="Paint.Picture">
                  <p:embed/>
                  <p:pic>
                    <p:nvPicPr>
                      <p:cNvPr id="0" name="Picture 2"/>
                      <p:cNvPicPr/>
                      <p:nvPr/>
                    </p:nvPicPr>
                    <p:blipFill>
                      <a:blip r:embed="rId3"/>
                      <a:stretch>
                        <a:fillRect/>
                      </a:stretch>
                    </p:blipFill>
                    <p:spPr>
                      <a:xfrm>
                        <a:off x="2338070" y="2032000"/>
                        <a:ext cx="3891915" cy="3187700"/>
                      </a:xfrm>
                      <a:prstGeom prst="rect">
                        <a:avLst/>
                      </a:prstGeom>
                    </p:spPr>
                  </p:pic>
                </p:oleObj>
              </mc:Fallback>
            </mc:AlternateContent>
          </a:graphicData>
        </a:graphic>
      </p:graphicFrame>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12</a:t>
            </a:fld>
            <a:endParaRPr lang="en-US"/>
          </a:p>
        </p:txBody>
      </p:sp>
      <p:sp>
        <p:nvSpPr>
          <p:cNvPr id="8" name="Title 1"/>
          <p:cNvSpPr>
            <a:spLocks noGrp="1"/>
          </p:cNvSpPr>
          <p:nvPr>
            <p:ph type="title"/>
          </p:nvPr>
        </p:nvSpPr>
        <p:spPr>
          <a:xfrm>
            <a:off x="1553226" y="0"/>
            <a:ext cx="5461349" cy="1143000"/>
          </a:xfrm>
        </p:spPr>
        <p:txBody>
          <a:bodyPr/>
          <a:lstStyle/>
          <a:p>
            <a:pPr algn="ctr"/>
            <a:endParaRPr lang="en-US" sz="3600" dirty="0">
              <a:solidFill>
                <a:schemeClr val="bg1"/>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 Now we will assign each data point of the scatter plot to its closest K-point or centroid. We will compute it by applying some mathematics that we have studied to calculate the distance between two points. So, we will draw a median between both the centroids. Consider the below image:</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4"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13</a:t>
            </a:fld>
            <a:endParaRPr lang="en-US"/>
          </a:p>
        </p:txBody>
      </p:sp>
      <p:sp>
        <p:nvSpPr>
          <p:cNvPr id="8" name="Title 1"/>
          <p:cNvSpPr>
            <a:spLocks noGrp="1"/>
          </p:cNvSpPr>
          <p:nvPr>
            <p:ph type="title"/>
          </p:nvPr>
        </p:nvSpPr>
        <p:spPr>
          <a:xfrm>
            <a:off x="1553226" y="0"/>
            <a:ext cx="5461349" cy="1143000"/>
          </a:xfrm>
        </p:spPr>
        <p:txBody>
          <a:bodyPr/>
          <a:lstStyle/>
          <a:p>
            <a:pPr algn="ctr"/>
            <a:endParaRPr lang="en-US" sz="3600" dirty="0">
              <a:solidFill>
                <a:schemeClr val="bg1"/>
              </a:solidFill>
              <a:latin typeface="Times New Roman" panose="02020603050405020304" pitchFamily="18" charset="0"/>
              <a:cs typeface="Times New Roman" panose="02020603050405020304" pitchFamily="18" charset="0"/>
            </a:endParaRPr>
          </a:p>
        </p:txBody>
      </p:sp>
      <p:graphicFrame>
        <p:nvGraphicFramePr>
          <p:cNvPr id="2" name="Content Placeholder 1"/>
          <p:cNvGraphicFramePr>
            <a:graphicFrameLocks noGrp="1" noChangeAspect="1"/>
          </p:cNvGraphicFramePr>
          <p:nvPr>
            <p:ph idx="1"/>
          </p:nvPr>
        </p:nvGraphicFramePr>
        <p:xfrm>
          <a:off x="2481580" y="2277745"/>
          <a:ext cx="4071620" cy="3319780"/>
        </p:xfrm>
        <a:graphic>
          <a:graphicData uri="http://schemas.openxmlformats.org/presentationml/2006/ole">
            <mc:AlternateContent xmlns:mc="http://schemas.openxmlformats.org/markup-compatibility/2006">
              <mc:Choice xmlns:v="urn:schemas-microsoft-com:vml" Requires="v">
                <p:oleObj r:id="rId2" imgW="2990850" imgH="2438400" progId="Paint.Picture">
                  <p:embed/>
                </p:oleObj>
              </mc:Choice>
              <mc:Fallback>
                <p:oleObj r:id="rId2" imgW="2990850" imgH="2438400" progId="Paint.Picture">
                  <p:embed/>
                  <p:pic>
                    <p:nvPicPr>
                      <p:cNvPr id="0" name="Picture 2"/>
                      <p:cNvPicPr/>
                      <p:nvPr/>
                    </p:nvPicPr>
                    <p:blipFill>
                      <a:blip r:embed="rId3"/>
                      <a:stretch>
                        <a:fillRect/>
                      </a:stretch>
                    </p:blipFill>
                    <p:spPr>
                      <a:xfrm>
                        <a:off x="2481580" y="2277745"/>
                        <a:ext cx="4071620" cy="3319780"/>
                      </a:xfrm>
                      <a:prstGeom prst="rect">
                        <a:avLst/>
                      </a:prstGeom>
                    </p:spPr>
                  </p:pic>
                </p:oleObj>
              </mc:Fallback>
            </mc:AlternateContent>
          </a:graphicData>
        </a:graphic>
      </p:graphicFrame>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14</a:t>
            </a:fld>
            <a:endParaRPr lang="en-US"/>
          </a:p>
        </p:txBody>
      </p:sp>
      <p:sp>
        <p:nvSpPr>
          <p:cNvPr id="8" name="Title 1"/>
          <p:cNvSpPr>
            <a:spLocks noGrp="1"/>
          </p:cNvSpPr>
          <p:nvPr>
            <p:ph type="title"/>
          </p:nvPr>
        </p:nvSpPr>
        <p:spPr>
          <a:xfrm>
            <a:off x="1553226" y="0"/>
            <a:ext cx="5461349" cy="1143000"/>
          </a:xfrm>
        </p:spPr>
        <p:txBody>
          <a:bodyPr/>
          <a:lstStyle/>
          <a:p>
            <a:pPr algn="ctr"/>
            <a:endParaRPr lang="en-US" sz="3600" dirty="0">
              <a:solidFill>
                <a:schemeClr val="bg1"/>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From the above image it is clear that points left side of the line is near to the K1 or blue centroid, and points to the right of the line are close to yellow centroid. Let’s color them as blue and yellow for clear visualization.</a:t>
            </a:r>
          </a:p>
          <a:p>
            <a:endParaRPr lang="en-US" altLang="en-US" sz="2400" dirty="0">
              <a:solidFill>
                <a:schemeClr val="tx1"/>
              </a:solidFill>
              <a:latin typeface="Times New Roman" panose="02020603050405020304" pitchFamily="18" charset="0"/>
              <a:cs typeface="Times New Roman" panose="02020603050405020304" pitchFamily="18" charset="0"/>
            </a:endParaRPr>
          </a:p>
        </p:txBody>
      </p:sp>
      <p:graphicFrame>
        <p:nvGraphicFramePr>
          <p:cNvPr id="2" name="Object 1"/>
          <p:cNvGraphicFramePr/>
          <p:nvPr/>
        </p:nvGraphicFramePr>
        <p:xfrm>
          <a:off x="2982595" y="3670935"/>
          <a:ext cx="2602230" cy="2097405"/>
        </p:xfrm>
        <a:graphic>
          <a:graphicData uri="http://schemas.openxmlformats.org/presentationml/2006/ole">
            <mc:AlternateContent xmlns:mc="http://schemas.openxmlformats.org/markup-compatibility/2006">
              <mc:Choice xmlns:v="urn:schemas-microsoft-com:vml" Requires="v">
                <p:oleObj r:id="rId2" imgW="2600325" imgH="2095500" progId="Paint.Picture">
                  <p:embed/>
                </p:oleObj>
              </mc:Choice>
              <mc:Fallback>
                <p:oleObj r:id="rId2" imgW="2600325" imgH="2095500" progId="Paint.Picture">
                  <p:embed/>
                  <p:pic>
                    <p:nvPicPr>
                      <p:cNvPr id="0" name="Picture 2"/>
                      <p:cNvPicPr/>
                      <p:nvPr/>
                    </p:nvPicPr>
                    <p:blipFill>
                      <a:blip r:embed="rId3"/>
                      <a:stretch>
                        <a:fillRect/>
                      </a:stretch>
                    </p:blipFill>
                    <p:spPr>
                      <a:xfrm>
                        <a:off x="2982595" y="3670935"/>
                        <a:ext cx="2602230" cy="2097405"/>
                      </a:xfrm>
                      <a:prstGeom prst="rect">
                        <a:avLst/>
                      </a:prstGeom>
                    </p:spPr>
                  </p:pic>
                </p:oleObj>
              </mc:Fallback>
            </mc:AlternateContent>
          </a:graphicData>
        </a:graphic>
      </p:graphicFrame>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4"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15</a:t>
            </a:fld>
            <a:endParaRPr lang="en-US"/>
          </a:p>
        </p:txBody>
      </p:sp>
      <p:sp>
        <p:nvSpPr>
          <p:cNvPr id="8" name="Title 1"/>
          <p:cNvSpPr>
            <a:spLocks noGrp="1"/>
          </p:cNvSpPr>
          <p:nvPr>
            <p:ph type="title"/>
          </p:nvPr>
        </p:nvSpPr>
        <p:spPr>
          <a:xfrm>
            <a:off x="1553226" y="0"/>
            <a:ext cx="5461349" cy="1143000"/>
          </a:xfrm>
        </p:spPr>
        <p:txBody>
          <a:bodyPr/>
          <a:lstStyle/>
          <a:p>
            <a:pPr algn="ctr"/>
            <a:endParaRPr lang="en-US" sz="3600" dirty="0">
              <a:solidFill>
                <a:schemeClr val="bg1"/>
              </a:solidFill>
              <a:latin typeface="Times New Roman" panose="02020603050405020304" pitchFamily="18" charset="0"/>
              <a:cs typeface="Times New Roman" panose="02020603050405020304" pitchFamily="18" charset="0"/>
            </a:endParaRPr>
          </a:p>
        </p:txBody>
      </p:sp>
      <p:graphicFrame>
        <p:nvGraphicFramePr>
          <p:cNvPr id="2" name="Content Placeholder 1"/>
          <p:cNvGraphicFramePr>
            <a:graphicFrameLocks noGrp="1" noChangeAspect="1"/>
          </p:cNvGraphicFramePr>
          <p:nvPr>
            <p:ph idx="1"/>
          </p:nvPr>
        </p:nvGraphicFramePr>
        <p:xfrm>
          <a:off x="802640" y="1634490"/>
          <a:ext cx="7539355" cy="4721860"/>
        </p:xfrm>
        <a:graphic>
          <a:graphicData uri="http://schemas.openxmlformats.org/presentationml/2006/ole">
            <mc:AlternateContent xmlns:mc="http://schemas.openxmlformats.org/markup-compatibility/2006">
              <mc:Choice xmlns:v="urn:schemas-microsoft-com:vml" Requires="v">
                <p:oleObj r:id="rId2" imgW="5581650" imgH="3495675" progId="Paint.Picture">
                  <p:embed/>
                </p:oleObj>
              </mc:Choice>
              <mc:Fallback>
                <p:oleObj r:id="rId2" imgW="5581650" imgH="3495675" progId="Paint.Picture">
                  <p:embed/>
                  <p:pic>
                    <p:nvPicPr>
                      <p:cNvPr id="0" name="Picture 2"/>
                      <p:cNvPicPr/>
                      <p:nvPr/>
                    </p:nvPicPr>
                    <p:blipFill>
                      <a:blip r:embed="rId3"/>
                      <a:stretch>
                        <a:fillRect/>
                      </a:stretch>
                    </p:blipFill>
                    <p:spPr>
                      <a:xfrm>
                        <a:off x="802640" y="1634490"/>
                        <a:ext cx="7539355" cy="4721860"/>
                      </a:xfrm>
                      <a:prstGeom prst="rect">
                        <a:avLst/>
                      </a:prstGeom>
                    </p:spPr>
                  </p:pic>
                </p:oleObj>
              </mc:Fallback>
            </mc:AlternateContent>
          </a:graphicData>
        </a:graphic>
      </p:graphicFrame>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16</a:t>
            </a:fld>
            <a:endParaRPr lang="en-US"/>
          </a:p>
        </p:txBody>
      </p:sp>
      <p:sp>
        <p:nvSpPr>
          <p:cNvPr id="8" name="Title 1"/>
          <p:cNvSpPr>
            <a:spLocks noGrp="1"/>
          </p:cNvSpPr>
          <p:nvPr>
            <p:ph type="title"/>
          </p:nvPr>
        </p:nvSpPr>
        <p:spPr>
          <a:xfrm>
            <a:off x="1553226" y="0"/>
            <a:ext cx="5461349" cy="1143000"/>
          </a:xfrm>
        </p:spPr>
        <p:txBody>
          <a:bodyPr/>
          <a:lstStyle/>
          <a:p>
            <a:pPr algn="ctr"/>
            <a:endParaRPr lang="en-US" sz="3600" dirty="0">
              <a:solidFill>
                <a:schemeClr val="bg1"/>
              </a:solidFill>
              <a:latin typeface="Times New Roman" panose="02020603050405020304" pitchFamily="18" charset="0"/>
              <a:cs typeface="Times New Roman" panose="02020603050405020304" pitchFamily="18" charset="0"/>
            </a:endParaRPr>
          </a:p>
        </p:txBody>
      </p:sp>
      <p:graphicFrame>
        <p:nvGraphicFramePr>
          <p:cNvPr id="2" name="Content Placeholder 1"/>
          <p:cNvGraphicFramePr>
            <a:graphicFrameLocks noGrp="1" noChangeAspect="1"/>
          </p:cNvGraphicFramePr>
          <p:nvPr>
            <p:ph idx="1"/>
          </p:nvPr>
        </p:nvGraphicFramePr>
        <p:xfrm>
          <a:off x="1949450" y="2212975"/>
          <a:ext cx="4669155" cy="3600450"/>
        </p:xfrm>
        <a:graphic>
          <a:graphicData uri="http://schemas.openxmlformats.org/presentationml/2006/ole">
            <mc:AlternateContent xmlns:mc="http://schemas.openxmlformats.org/markup-compatibility/2006">
              <mc:Choice xmlns:v="urn:schemas-microsoft-com:vml" Requires="v">
                <p:oleObj r:id="rId2" imgW="3162300" imgH="2438400" progId="Paint.Picture">
                  <p:embed/>
                </p:oleObj>
              </mc:Choice>
              <mc:Fallback>
                <p:oleObj r:id="rId2" imgW="3162300" imgH="2438400" progId="Paint.Picture">
                  <p:embed/>
                  <p:pic>
                    <p:nvPicPr>
                      <p:cNvPr id="0" name="Picture 2"/>
                      <p:cNvPicPr/>
                      <p:nvPr/>
                    </p:nvPicPr>
                    <p:blipFill>
                      <a:blip r:embed="rId3"/>
                      <a:stretch>
                        <a:fillRect/>
                      </a:stretch>
                    </p:blipFill>
                    <p:spPr>
                      <a:xfrm>
                        <a:off x="1949450" y="2212975"/>
                        <a:ext cx="4669155" cy="3600450"/>
                      </a:xfrm>
                      <a:prstGeom prst="rect">
                        <a:avLst/>
                      </a:prstGeom>
                    </p:spPr>
                  </p:pic>
                </p:oleObj>
              </mc:Fallback>
            </mc:AlternateContent>
          </a:graphicData>
        </a:graphic>
      </p:graphicFrame>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17</a:t>
            </a:fld>
            <a:endParaRPr lang="en-US"/>
          </a:p>
        </p:txBody>
      </p:sp>
      <p:sp>
        <p:nvSpPr>
          <p:cNvPr id="8" name="Title 1"/>
          <p:cNvSpPr>
            <a:spLocks noGrp="1"/>
          </p:cNvSpPr>
          <p:nvPr>
            <p:ph type="title"/>
          </p:nvPr>
        </p:nvSpPr>
        <p:spPr>
          <a:xfrm>
            <a:off x="1553226" y="0"/>
            <a:ext cx="5461349" cy="1143000"/>
          </a:xfrm>
        </p:spPr>
        <p:txBody>
          <a:bodyPr/>
          <a:lstStyle/>
          <a:p>
            <a:pPr algn="ctr"/>
            <a:endParaRPr lang="en-US" sz="3600" dirty="0">
              <a:solidFill>
                <a:schemeClr val="bg1"/>
              </a:solidFill>
              <a:latin typeface="Times New Roman" panose="02020603050405020304" pitchFamily="18" charset="0"/>
              <a:cs typeface="Times New Roman" panose="02020603050405020304" pitchFamily="18" charset="0"/>
            </a:endParaRPr>
          </a:p>
        </p:txBody>
      </p:sp>
      <p:graphicFrame>
        <p:nvGraphicFramePr>
          <p:cNvPr id="2" name="Content Placeholder 1"/>
          <p:cNvGraphicFramePr>
            <a:graphicFrameLocks noGrp="1" noChangeAspect="1"/>
          </p:cNvGraphicFramePr>
          <p:nvPr>
            <p:ph idx="1"/>
          </p:nvPr>
        </p:nvGraphicFramePr>
        <p:xfrm>
          <a:off x="925195" y="1550670"/>
          <a:ext cx="7292975" cy="4805680"/>
        </p:xfrm>
        <a:graphic>
          <a:graphicData uri="http://schemas.openxmlformats.org/presentationml/2006/ole">
            <mc:AlternateContent xmlns:mc="http://schemas.openxmlformats.org/markup-compatibility/2006">
              <mc:Choice xmlns:v="urn:schemas-microsoft-com:vml" Requires="v">
                <p:oleObj r:id="rId2" imgW="5334000" imgH="3514725" progId="Paint.Picture">
                  <p:embed/>
                </p:oleObj>
              </mc:Choice>
              <mc:Fallback>
                <p:oleObj r:id="rId2" imgW="5334000" imgH="3514725" progId="Paint.Picture">
                  <p:embed/>
                  <p:pic>
                    <p:nvPicPr>
                      <p:cNvPr id="0" name="Picture 2"/>
                      <p:cNvPicPr/>
                      <p:nvPr/>
                    </p:nvPicPr>
                    <p:blipFill>
                      <a:blip r:embed="rId3"/>
                      <a:stretch>
                        <a:fillRect/>
                      </a:stretch>
                    </p:blipFill>
                    <p:spPr>
                      <a:xfrm>
                        <a:off x="925195" y="1550670"/>
                        <a:ext cx="7292975" cy="4805680"/>
                      </a:xfrm>
                      <a:prstGeom prst="rect">
                        <a:avLst/>
                      </a:prstGeom>
                    </p:spPr>
                  </p:pic>
                </p:oleObj>
              </mc:Fallback>
            </mc:AlternateContent>
          </a:graphicData>
        </a:graphic>
      </p:graphicFrame>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18</a:t>
            </a:fld>
            <a:endParaRPr lang="en-US"/>
          </a:p>
        </p:txBody>
      </p:sp>
      <p:sp>
        <p:nvSpPr>
          <p:cNvPr id="8" name="Title 1"/>
          <p:cNvSpPr>
            <a:spLocks noGrp="1"/>
          </p:cNvSpPr>
          <p:nvPr>
            <p:ph type="title"/>
          </p:nvPr>
        </p:nvSpPr>
        <p:spPr>
          <a:xfrm>
            <a:off x="1553226" y="0"/>
            <a:ext cx="5461349" cy="1143000"/>
          </a:xfrm>
        </p:spPr>
        <p:txBody>
          <a:bodyPr/>
          <a:lstStyle/>
          <a:p>
            <a:pPr algn="ctr"/>
            <a:endParaRPr lang="en-US" sz="3600" dirty="0">
              <a:solidFill>
                <a:schemeClr val="bg1"/>
              </a:solidFill>
              <a:latin typeface="Times New Roman" panose="02020603050405020304" pitchFamily="18" charset="0"/>
              <a:cs typeface="Times New Roman" panose="02020603050405020304" pitchFamily="18" charset="0"/>
            </a:endParaRPr>
          </a:p>
        </p:txBody>
      </p:sp>
      <p:graphicFrame>
        <p:nvGraphicFramePr>
          <p:cNvPr id="2" name="Content Placeholder 1"/>
          <p:cNvGraphicFramePr>
            <a:graphicFrameLocks noGrp="1" noChangeAspect="1"/>
          </p:cNvGraphicFramePr>
          <p:nvPr>
            <p:ph idx="1"/>
          </p:nvPr>
        </p:nvGraphicFramePr>
        <p:xfrm>
          <a:off x="907415" y="1553845"/>
          <a:ext cx="7568565" cy="4770120"/>
        </p:xfrm>
        <a:graphic>
          <a:graphicData uri="http://schemas.openxmlformats.org/presentationml/2006/ole">
            <mc:AlternateContent xmlns:mc="http://schemas.openxmlformats.org/markup-compatibility/2006">
              <mc:Choice xmlns:v="urn:schemas-microsoft-com:vml" Requires="v">
                <p:oleObj r:id="rId2" imgW="5486400" imgH="3457575" progId="Paint.Picture">
                  <p:embed/>
                </p:oleObj>
              </mc:Choice>
              <mc:Fallback>
                <p:oleObj r:id="rId2" imgW="5486400" imgH="3457575" progId="Paint.Picture">
                  <p:embed/>
                  <p:pic>
                    <p:nvPicPr>
                      <p:cNvPr id="0" name="Picture 2"/>
                      <p:cNvPicPr/>
                      <p:nvPr/>
                    </p:nvPicPr>
                    <p:blipFill>
                      <a:blip r:embed="rId3"/>
                      <a:stretch>
                        <a:fillRect/>
                      </a:stretch>
                    </p:blipFill>
                    <p:spPr>
                      <a:xfrm>
                        <a:off x="907415" y="1553845"/>
                        <a:ext cx="7568565" cy="4770120"/>
                      </a:xfrm>
                      <a:prstGeom prst="rect">
                        <a:avLst/>
                      </a:prstGeom>
                    </p:spPr>
                  </p:pic>
                </p:oleObj>
              </mc:Fallback>
            </mc:AlternateContent>
          </a:graphicData>
        </a:graphic>
      </p:graphicFrame>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19</a:t>
            </a:fld>
            <a:endParaRPr lang="en-US"/>
          </a:p>
        </p:txBody>
      </p:sp>
      <p:sp>
        <p:nvSpPr>
          <p:cNvPr id="8" name="Title 1"/>
          <p:cNvSpPr>
            <a:spLocks noGrp="1"/>
          </p:cNvSpPr>
          <p:nvPr>
            <p:ph type="title"/>
          </p:nvPr>
        </p:nvSpPr>
        <p:spPr>
          <a:xfrm>
            <a:off x="1553226" y="0"/>
            <a:ext cx="5461349" cy="1143000"/>
          </a:xfrm>
        </p:spPr>
        <p:txBody>
          <a:bodyPr/>
          <a:lstStyle/>
          <a:p>
            <a:pPr algn="ctr"/>
            <a:endParaRPr lang="en-US" sz="3600" dirty="0">
              <a:solidFill>
                <a:schemeClr val="bg1"/>
              </a:solidFill>
              <a:latin typeface="Times New Roman" panose="02020603050405020304" pitchFamily="18" charset="0"/>
              <a:cs typeface="Times New Roman" panose="02020603050405020304" pitchFamily="18" charset="0"/>
            </a:endParaRPr>
          </a:p>
        </p:txBody>
      </p:sp>
      <p:graphicFrame>
        <p:nvGraphicFramePr>
          <p:cNvPr id="2" name="Content Placeholder 1"/>
          <p:cNvGraphicFramePr>
            <a:graphicFrameLocks noGrp="1" noChangeAspect="1"/>
          </p:cNvGraphicFramePr>
          <p:nvPr>
            <p:ph idx="1"/>
          </p:nvPr>
        </p:nvGraphicFramePr>
        <p:xfrm>
          <a:off x="817245" y="1690370"/>
          <a:ext cx="7171690" cy="4617085"/>
        </p:xfrm>
        <a:graphic>
          <a:graphicData uri="http://schemas.openxmlformats.org/presentationml/2006/ole">
            <mc:AlternateContent xmlns:mc="http://schemas.openxmlformats.org/markup-compatibility/2006">
              <mc:Choice xmlns:v="urn:schemas-microsoft-com:vml" Requires="v">
                <p:oleObj r:id="rId2" imgW="5400675" imgH="3476625" progId="Paint.Picture">
                  <p:embed/>
                </p:oleObj>
              </mc:Choice>
              <mc:Fallback>
                <p:oleObj r:id="rId2" imgW="5400675" imgH="3476625" progId="Paint.Picture">
                  <p:embed/>
                  <p:pic>
                    <p:nvPicPr>
                      <p:cNvPr id="0" name="Picture 2"/>
                      <p:cNvPicPr/>
                      <p:nvPr/>
                    </p:nvPicPr>
                    <p:blipFill>
                      <a:blip r:embed="rId3"/>
                      <a:stretch>
                        <a:fillRect/>
                      </a:stretch>
                    </p:blipFill>
                    <p:spPr>
                      <a:xfrm>
                        <a:off x="817245" y="1690370"/>
                        <a:ext cx="7171690" cy="4617085"/>
                      </a:xfrm>
                      <a:prstGeom prst="rect">
                        <a:avLst/>
                      </a:prstGeom>
                    </p:spPr>
                  </p:pic>
                </p:oleObj>
              </mc:Fallback>
            </mc:AlternateContent>
          </a:graphicData>
        </a:graphic>
      </p:graphicFrame>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20</a:t>
            </a:fld>
            <a:endParaRPr lang="en-US"/>
          </a:p>
        </p:txBody>
      </p:sp>
      <p:sp>
        <p:nvSpPr>
          <p:cNvPr id="8" name="Title 1"/>
          <p:cNvSpPr>
            <a:spLocks noGrp="1"/>
          </p:cNvSpPr>
          <p:nvPr>
            <p:ph type="title"/>
          </p:nvPr>
        </p:nvSpPr>
        <p:spPr>
          <a:xfrm>
            <a:off x="1553226" y="0"/>
            <a:ext cx="5461349" cy="1143000"/>
          </a:xfrm>
        </p:spPr>
        <p:txBody>
          <a:bodyPr/>
          <a:lstStyle/>
          <a:p>
            <a:pPr algn="ctr"/>
            <a:endParaRPr lang="en-US" sz="3600" dirty="0">
              <a:solidFill>
                <a:schemeClr val="bg1"/>
              </a:solidFill>
              <a:latin typeface="Times New Roman" panose="02020603050405020304" pitchFamily="18" charset="0"/>
              <a:cs typeface="Times New Roman" panose="02020603050405020304" pitchFamily="18" charset="0"/>
            </a:endParaRPr>
          </a:p>
        </p:txBody>
      </p:sp>
      <p:graphicFrame>
        <p:nvGraphicFramePr>
          <p:cNvPr id="2" name="Content Placeholder 1"/>
          <p:cNvGraphicFramePr>
            <a:graphicFrameLocks noGrp="1" noChangeAspect="1"/>
          </p:cNvGraphicFramePr>
          <p:nvPr>
            <p:ph idx="1"/>
          </p:nvPr>
        </p:nvGraphicFramePr>
        <p:xfrm>
          <a:off x="700405" y="1631315"/>
          <a:ext cx="7395845" cy="4263390"/>
        </p:xfrm>
        <a:graphic>
          <a:graphicData uri="http://schemas.openxmlformats.org/presentationml/2006/ole">
            <mc:AlternateContent xmlns:mc="http://schemas.openxmlformats.org/markup-compatibility/2006">
              <mc:Choice xmlns:v="urn:schemas-microsoft-com:vml" Requires="v">
                <p:oleObj r:id="rId2" imgW="5486400" imgH="3162300" progId="Paint.Picture">
                  <p:embed/>
                </p:oleObj>
              </mc:Choice>
              <mc:Fallback>
                <p:oleObj r:id="rId2" imgW="5486400" imgH="3162300" progId="Paint.Picture">
                  <p:embed/>
                  <p:pic>
                    <p:nvPicPr>
                      <p:cNvPr id="0" name="Picture 2"/>
                      <p:cNvPicPr/>
                      <p:nvPr/>
                    </p:nvPicPr>
                    <p:blipFill>
                      <a:blip r:embed="rId3"/>
                      <a:stretch>
                        <a:fillRect/>
                      </a:stretch>
                    </p:blipFill>
                    <p:spPr>
                      <a:xfrm>
                        <a:off x="700405" y="1631315"/>
                        <a:ext cx="7395845" cy="4263390"/>
                      </a:xfrm>
                      <a:prstGeom prst="rect">
                        <a:avLst/>
                      </a:prstGeom>
                    </p:spPr>
                  </p:pic>
                </p:oleObj>
              </mc:Fallback>
            </mc:AlternateContent>
          </a:graphicData>
        </a:graphic>
      </p:graphicFrame>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21</a:t>
            </a:fld>
            <a:endParaRPr lang="en-US"/>
          </a:p>
        </p:txBody>
      </p:sp>
      <p:sp>
        <p:nvSpPr>
          <p:cNvPr id="8" name="Title 1"/>
          <p:cNvSpPr>
            <a:spLocks noGrp="1"/>
          </p:cNvSpPr>
          <p:nvPr>
            <p:ph type="title"/>
          </p:nvPr>
        </p:nvSpPr>
        <p:spPr>
          <a:xfrm>
            <a:off x="1553226" y="0"/>
            <a:ext cx="5461349" cy="1143000"/>
          </a:xfrm>
        </p:spPr>
        <p:txBody>
          <a:bodyPr/>
          <a:lstStyle/>
          <a:p>
            <a:pPr algn="ctr"/>
            <a:endParaRPr lang="en-US" sz="3600" dirty="0">
              <a:solidFill>
                <a:schemeClr val="bg1"/>
              </a:solidFill>
              <a:latin typeface="Times New Roman" panose="02020603050405020304" pitchFamily="18" charset="0"/>
              <a:cs typeface="Times New Roman" panose="02020603050405020304" pitchFamily="18" charset="0"/>
            </a:endParaRPr>
          </a:p>
        </p:txBody>
      </p:sp>
      <p:graphicFrame>
        <p:nvGraphicFramePr>
          <p:cNvPr id="2" name="Content Placeholder 1"/>
          <p:cNvGraphicFramePr>
            <a:graphicFrameLocks noGrp="1" noChangeAspect="1"/>
          </p:cNvGraphicFramePr>
          <p:nvPr>
            <p:ph idx="1"/>
          </p:nvPr>
        </p:nvGraphicFramePr>
        <p:xfrm>
          <a:off x="811530" y="1607185"/>
          <a:ext cx="7637780" cy="4424045"/>
        </p:xfrm>
        <a:graphic>
          <a:graphicData uri="http://schemas.openxmlformats.org/presentationml/2006/ole">
            <mc:AlternateContent xmlns:mc="http://schemas.openxmlformats.org/markup-compatibility/2006">
              <mc:Choice xmlns:v="urn:schemas-microsoft-com:vml" Requires="v">
                <p:oleObj r:id="rId2" imgW="5410200" imgH="3133725" progId="Paint.Picture">
                  <p:embed/>
                </p:oleObj>
              </mc:Choice>
              <mc:Fallback>
                <p:oleObj r:id="rId2" imgW="5410200" imgH="3133725" progId="Paint.Picture">
                  <p:embed/>
                  <p:pic>
                    <p:nvPicPr>
                      <p:cNvPr id="0" name="Picture 2"/>
                      <p:cNvPicPr/>
                      <p:nvPr/>
                    </p:nvPicPr>
                    <p:blipFill>
                      <a:blip r:embed="rId3"/>
                      <a:stretch>
                        <a:fillRect/>
                      </a:stretch>
                    </p:blipFill>
                    <p:spPr>
                      <a:xfrm>
                        <a:off x="811530" y="1607185"/>
                        <a:ext cx="7637780" cy="4424045"/>
                      </a:xfrm>
                      <a:prstGeom prst="rect">
                        <a:avLst/>
                      </a:prstGeom>
                    </p:spPr>
                  </p:pic>
                </p:oleObj>
              </mc:Fallback>
            </mc:AlternateContent>
          </a:graphicData>
        </a:graphic>
      </p:graphicFrame>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22</a:t>
            </a:fld>
            <a:endParaRPr lang="en-US"/>
          </a:p>
        </p:txBody>
      </p:sp>
      <p:sp>
        <p:nvSpPr>
          <p:cNvPr id="8" name="Title 1"/>
          <p:cNvSpPr>
            <a:spLocks noGrp="1"/>
          </p:cNvSpPr>
          <p:nvPr>
            <p:ph type="title"/>
          </p:nvPr>
        </p:nvSpPr>
        <p:spPr>
          <a:xfrm>
            <a:off x="1553226" y="0"/>
            <a:ext cx="5461349" cy="1143000"/>
          </a:xfrm>
        </p:spPr>
        <p:txBody>
          <a:bodyPr/>
          <a:lstStyle/>
          <a:p>
            <a:pPr algn="ctr"/>
            <a:endParaRPr lang="en-US" sz="3600" dirty="0">
              <a:solidFill>
                <a:schemeClr val="bg1"/>
              </a:solidFill>
              <a:latin typeface="Times New Roman" panose="02020603050405020304" pitchFamily="18" charset="0"/>
              <a:cs typeface="Times New Roman" panose="02020603050405020304" pitchFamily="18" charset="0"/>
            </a:endParaRPr>
          </a:p>
        </p:txBody>
      </p:sp>
      <p:graphicFrame>
        <p:nvGraphicFramePr>
          <p:cNvPr id="2" name="Content Placeholder 1"/>
          <p:cNvGraphicFramePr>
            <a:graphicFrameLocks noGrp="1" noChangeAspect="1"/>
          </p:cNvGraphicFramePr>
          <p:nvPr>
            <p:ph idx="1"/>
          </p:nvPr>
        </p:nvGraphicFramePr>
        <p:xfrm>
          <a:off x="764540" y="1609725"/>
          <a:ext cx="7504430" cy="4440555"/>
        </p:xfrm>
        <a:graphic>
          <a:graphicData uri="http://schemas.openxmlformats.org/presentationml/2006/ole">
            <mc:AlternateContent xmlns:mc="http://schemas.openxmlformats.org/markup-compatibility/2006">
              <mc:Choice xmlns:v="urn:schemas-microsoft-com:vml" Requires="v">
                <p:oleObj r:id="rId2" imgW="5505450" imgH="3257550" progId="Paint.Picture">
                  <p:embed/>
                </p:oleObj>
              </mc:Choice>
              <mc:Fallback>
                <p:oleObj r:id="rId2" imgW="5505450" imgH="3257550" progId="Paint.Picture">
                  <p:embed/>
                  <p:pic>
                    <p:nvPicPr>
                      <p:cNvPr id="0" name="Picture 2"/>
                      <p:cNvPicPr/>
                      <p:nvPr/>
                    </p:nvPicPr>
                    <p:blipFill>
                      <a:blip r:embed="rId3"/>
                      <a:stretch>
                        <a:fillRect/>
                      </a:stretch>
                    </p:blipFill>
                    <p:spPr>
                      <a:xfrm>
                        <a:off x="764540" y="1609725"/>
                        <a:ext cx="7504430" cy="4440555"/>
                      </a:xfrm>
                      <a:prstGeom prst="rect">
                        <a:avLst/>
                      </a:prstGeom>
                    </p:spPr>
                  </p:pic>
                </p:oleObj>
              </mc:Fallback>
            </mc:AlternateContent>
          </a:graphicData>
        </a:graphic>
      </p:graphicFrame>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23</a:t>
            </a:fld>
            <a:endParaRPr lang="en-US"/>
          </a:p>
        </p:txBody>
      </p:sp>
      <p:sp>
        <p:nvSpPr>
          <p:cNvPr id="8" name="Title 1"/>
          <p:cNvSpPr>
            <a:spLocks noGrp="1"/>
          </p:cNvSpPr>
          <p:nvPr>
            <p:ph type="title"/>
          </p:nvPr>
        </p:nvSpPr>
        <p:spPr>
          <a:xfrm>
            <a:off x="1170940" y="0"/>
            <a:ext cx="6450330" cy="1143000"/>
          </a:xfrm>
        </p:spPr>
        <p:txBody>
          <a:bodyPr/>
          <a:lstStyle/>
          <a:p>
            <a:pPr algn="ctr"/>
            <a:r>
              <a:rPr lang="en-US" altLang="en-US" sz="2800" dirty="0">
                <a:solidFill>
                  <a:schemeClr val="bg1"/>
                </a:solidFill>
                <a:latin typeface="Times New Roman" panose="02020603050405020304" pitchFamily="18" charset="0"/>
                <a:cs typeface="Times New Roman" panose="02020603050405020304" pitchFamily="18" charset="0"/>
              </a:rPr>
              <a:t>How to choose the value of "K number of clusters" in K-means Clustering?</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The performance of the K-means clustering algorithm depends upon highly efficient clusters that it forms.</a:t>
            </a:r>
          </a:p>
          <a:p>
            <a:r>
              <a:rPr lang="en-US" altLang="en-US" sz="2400" dirty="0">
                <a:solidFill>
                  <a:schemeClr val="tx1"/>
                </a:solidFill>
                <a:latin typeface="Times New Roman" panose="02020603050405020304" pitchFamily="18" charset="0"/>
                <a:cs typeface="Times New Roman" panose="02020603050405020304" pitchFamily="18" charset="0"/>
              </a:rPr>
              <a:t>But choosing the optimal number of clusters is a big task. There are some different ways to find the optimal number of clusters, but here we are discussing the most appropriate method to find the number of clusters or value of K. The method is Elbow Method</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4" dur="500"/>
                                        <p:tgtEl>
                                          <p:spTgt spid="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9"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24</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Elbow method</a:t>
            </a:r>
          </a:p>
        </p:txBody>
      </p:sp>
      <p:graphicFrame>
        <p:nvGraphicFramePr>
          <p:cNvPr id="2" name="Content Placeholder 1"/>
          <p:cNvGraphicFramePr>
            <a:graphicFrameLocks noGrp="1" noChangeAspect="1"/>
          </p:cNvGraphicFramePr>
          <p:nvPr>
            <p:ph idx="1"/>
          </p:nvPr>
        </p:nvGraphicFramePr>
        <p:xfrm>
          <a:off x="474345" y="1704340"/>
          <a:ext cx="8076565" cy="4578985"/>
        </p:xfrm>
        <a:graphic>
          <a:graphicData uri="http://schemas.openxmlformats.org/presentationml/2006/ole">
            <mc:AlternateContent xmlns:mc="http://schemas.openxmlformats.org/markup-compatibility/2006">
              <mc:Choice xmlns:v="urn:schemas-microsoft-com:vml" Requires="v">
                <p:oleObj r:id="rId2" imgW="5410200" imgH="3067050" progId="Paint.Picture">
                  <p:embed/>
                </p:oleObj>
              </mc:Choice>
              <mc:Fallback>
                <p:oleObj r:id="rId2" imgW="5410200" imgH="3067050" progId="Paint.Picture">
                  <p:embed/>
                  <p:pic>
                    <p:nvPicPr>
                      <p:cNvPr id="0" name="Picture 2"/>
                      <p:cNvPicPr/>
                      <p:nvPr/>
                    </p:nvPicPr>
                    <p:blipFill>
                      <a:blip r:embed="rId3"/>
                      <a:stretch>
                        <a:fillRect/>
                      </a:stretch>
                    </p:blipFill>
                    <p:spPr>
                      <a:xfrm>
                        <a:off x="474345" y="1704340"/>
                        <a:ext cx="8076565" cy="4578985"/>
                      </a:xfrm>
                      <a:prstGeom prst="rect">
                        <a:avLst/>
                      </a:prstGeom>
                    </p:spPr>
                  </p:pic>
                </p:oleObj>
              </mc:Fallback>
            </mc:AlternateContent>
          </a:graphicData>
        </a:graphic>
      </p:graphicFrame>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25</a:t>
            </a:fld>
            <a:endParaRPr lang="en-US"/>
          </a:p>
        </p:txBody>
      </p:sp>
      <p:sp>
        <p:nvSpPr>
          <p:cNvPr id="8" name="Title 1"/>
          <p:cNvSpPr>
            <a:spLocks noGrp="1"/>
          </p:cNvSpPr>
          <p:nvPr>
            <p:ph type="title"/>
          </p:nvPr>
        </p:nvSpPr>
        <p:spPr>
          <a:xfrm>
            <a:off x="1553226" y="0"/>
            <a:ext cx="5461349" cy="1143000"/>
          </a:xfrm>
        </p:spPr>
        <p:txBody>
          <a:bodyPr/>
          <a:lstStyle/>
          <a:p>
            <a:pPr algn="ctr"/>
            <a:endParaRPr lang="en-US" sz="3600" dirty="0">
              <a:solidFill>
                <a:schemeClr val="bg1"/>
              </a:solidFill>
              <a:latin typeface="Times New Roman" panose="02020603050405020304" pitchFamily="18" charset="0"/>
              <a:cs typeface="Times New Roman" panose="02020603050405020304" pitchFamily="18" charset="0"/>
            </a:endParaRPr>
          </a:p>
        </p:txBody>
      </p:sp>
      <p:graphicFrame>
        <p:nvGraphicFramePr>
          <p:cNvPr id="2" name="Content Placeholder 1"/>
          <p:cNvGraphicFramePr>
            <a:graphicFrameLocks noGrp="1" noChangeAspect="1"/>
          </p:cNvGraphicFramePr>
          <p:nvPr>
            <p:ph idx="1"/>
          </p:nvPr>
        </p:nvGraphicFramePr>
        <p:xfrm>
          <a:off x="375920" y="1654810"/>
          <a:ext cx="8322945" cy="4674235"/>
        </p:xfrm>
        <a:graphic>
          <a:graphicData uri="http://schemas.openxmlformats.org/presentationml/2006/ole">
            <mc:AlternateContent xmlns:mc="http://schemas.openxmlformats.org/markup-compatibility/2006">
              <mc:Choice xmlns:v="urn:schemas-microsoft-com:vml" Requires="v">
                <p:oleObj r:id="rId2" imgW="5257800" imgH="2952750" progId="Paint.Picture">
                  <p:embed/>
                </p:oleObj>
              </mc:Choice>
              <mc:Fallback>
                <p:oleObj r:id="rId2" imgW="5257800" imgH="2952750" progId="Paint.Picture">
                  <p:embed/>
                  <p:pic>
                    <p:nvPicPr>
                      <p:cNvPr id="0" name="Picture 2"/>
                      <p:cNvPicPr/>
                      <p:nvPr/>
                    </p:nvPicPr>
                    <p:blipFill>
                      <a:blip r:embed="rId3"/>
                      <a:stretch>
                        <a:fillRect/>
                      </a:stretch>
                    </p:blipFill>
                    <p:spPr>
                      <a:xfrm>
                        <a:off x="375920" y="1654810"/>
                        <a:ext cx="8322945" cy="4674235"/>
                      </a:xfrm>
                      <a:prstGeom prst="rect">
                        <a:avLst/>
                      </a:prstGeom>
                    </p:spPr>
                  </p:pic>
                </p:oleObj>
              </mc:Fallback>
            </mc:AlternateContent>
          </a:graphicData>
        </a:graphic>
      </p:graphicFrame>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26</a:t>
            </a:fld>
            <a:endParaRPr lang="en-US"/>
          </a:p>
        </p:txBody>
      </p:sp>
      <p:sp>
        <p:nvSpPr>
          <p:cNvPr id="8" name="Title 1"/>
          <p:cNvSpPr>
            <a:spLocks noGrp="1"/>
          </p:cNvSpPr>
          <p:nvPr>
            <p:ph type="title"/>
          </p:nvPr>
        </p:nvSpPr>
        <p:spPr>
          <a:xfrm>
            <a:off x="1553226" y="0"/>
            <a:ext cx="5461349" cy="1143000"/>
          </a:xfrm>
        </p:spPr>
        <p:txBody>
          <a:bodyPr/>
          <a:lstStyle/>
          <a:p>
            <a:pPr algn="ctr"/>
            <a:r>
              <a:rPr lang="en-US" altLang="en-US" sz="3600" dirty="0">
                <a:solidFill>
                  <a:schemeClr val="bg1"/>
                </a:solidFill>
                <a:latin typeface="Times New Roman" panose="02020603050405020304" pitchFamily="18" charset="0"/>
                <a:cs typeface="Times New Roman" panose="02020603050405020304" pitchFamily="18" charset="0"/>
              </a:rPr>
              <a:t>Reference</a:t>
            </a:r>
          </a:p>
        </p:txBody>
      </p:sp>
      <p:sp>
        <p:nvSpPr>
          <p:cNvPr id="4" name="Content Placeholder 3"/>
          <p:cNvSpPr>
            <a:spLocks noGrp="1"/>
          </p:cNvSpPr>
          <p:nvPr>
            <p:ph idx="1"/>
          </p:nvPr>
        </p:nvSpPr>
        <p:spPr/>
        <p:txBody>
          <a:bodyPr/>
          <a:lstStyle/>
          <a:p>
            <a:r>
              <a:rPr lang="en-US" altLang="en-US" dirty="0">
                <a:solidFill>
                  <a:schemeClr val="tx1"/>
                </a:solidFill>
                <a:latin typeface="Times New Roman" panose="02020603050405020304" pitchFamily="18" charset="0"/>
                <a:cs typeface="Times New Roman" panose="02020603050405020304" pitchFamily="18" charset="0"/>
              </a:rPr>
              <a:t>https://www.slideshare.net/slideshow/kmeans-clustering-algorithmpptx/260166253</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37"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fade">
                                      <p:cBhvr>
                                        <p:cTn id="15" dur="1000"/>
                                        <p:tgtEl>
                                          <p:spTgt spid="4">
                                            <p:txEl>
                                              <p:pRg st="0" end="0"/>
                                            </p:txEl>
                                          </p:spTgt>
                                        </p:tgtEl>
                                      </p:cBhvr>
                                    </p:animEffect>
                                    <p:anim calcmode="lin" valueType="num">
                                      <p:cBhvr>
                                        <p:cTn id="16"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7" dur="900" decel="100000" fill="hold"/>
                                        <p:tgtEl>
                                          <p:spTgt spid="4">
                                            <p:txEl>
                                              <p:pRg st="0" end="0"/>
                                            </p:txEl>
                                          </p:spTgt>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4">
                                            <p:txEl>
                                              <p:pRg st="0" end="0"/>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4" grpId="0" build="p"/>
      <p:bldP spid="4" grpI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381000"/>
            <a:ext cx="5257800" cy="762000"/>
          </a:xfrm>
        </p:spPr>
        <p:txBody>
          <a:bodyPr>
            <a:noAutofit/>
          </a:bodyPr>
          <a:lstStyle/>
          <a:p>
            <a:pPr algn="ctr"/>
            <a:r>
              <a:rPr lang="en-US" sz="4400" b="1" dirty="0">
                <a:solidFill>
                  <a:schemeClr val="bg1"/>
                </a:solidFill>
                <a:latin typeface="Times New Roman" panose="02020603050405020304" pitchFamily="18" charset="0"/>
                <a:cs typeface="Times New Roman" panose="02020603050405020304" pitchFamily="18" charset="0"/>
                <a:sym typeface="+mn-ea"/>
              </a:rPr>
              <a:t>Advice</a:t>
            </a:r>
          </a:p>
        </p:txBody>
      </p:sp>
      <p:sp>
        <p:nvSpPr>
          <p:cNvPr id="3" name="Content Placeholder 2"/>
          <p:cNvSpPr>
            <a:spLocks noGrp="1"/>
          </p:cNvSpPr>
          <p:nvPr>
            <p:ph sz="quarter" idx="1"/>
          </p:nvPr>
        </p:nvSpPr>
        <p:spPr>
          <a:xfrm>
            <a:off x="381000" y="1219200"/>
            <a:ext cx="8458200" cy="5334000"/>
          </a:xfrm>
        </p:spPr>
        <p:txBody>
          <a:bodyPr>
            <a:normAutofit/>
          </a:bodyPr>
          <a:lstStyle/>
          <a:p>
            <a:pPr marL="0" indent="0" algn="ctr">
              <a:lnSpc>
                <a:spcPct val="120000"/>
              </a:lnSpc>
              <a:buNone/>
            </a:pPr>
            <a:endParaRPr lang="en-US" sz="2800" b="1" dirty="0">
              <a:solidFill>
                <a:srgbClr val="C00000"/>
              </a:solidFill>
              <a:latin typeface="Arial Black" panose="020B0A04020102020204" charset="0"/>
              <a:cs typeface="Arial Black" panose="020B0A04020102020204" charset="0"/>
              <a:sym typeface="+mn-ea"/>
            </a:endParaRPr>
          </a:p>
          <a:p>
            <a:pPr marL="0" indent="0" algn="ctr">
              <a:lnSpc>
                <a:spcPct val="120000"/>
              </a:lnSpc>
              <a:buNone/>
            </a:pPr>
            <a:endParaRPr lang="en-US" sz="2800" b="1" dirty="0">
              <a:solidFill>
                <a:srgbClr val="C00000"/>
              </a:solidFill>
              <a:latin typeface="Arial Black" panose="020B0A04020102020204" charset="0"/>
              <a:cs typeface="Arial Black" panose="020B0A04020102020204" charset="0"/>
              <a:sym typeface="+mn-ea"/>
            </a:endParaRPr>
          </a:p>
          <a:p>
            <a:pPr marL="0" indent="0" algn="ctr">
              <a:lnSpc>
                <a:spcPct val="120000"/>
              </a:lnSpc>
              <a:buNone/>
            </a:pPr>
            <a:r>
              <a:rPr lang="en-US" sz="2800" b="1" dirty="0">
                <a:solidFill>
                  <a:srgbClr val="C00000"/>
                </a:solidFill>
                <a:latin typeface="Arial Black" panose="020B0A04020102020204" charset="0"/>
                <a:cs typeface="Arial Black" panose="020B0A04020102020204" charset="0"/>
                <a:sym typeface="+mn-ea"/>
              </a:rPr>
              <a:t>Kindly read the book before and after the lecture, if some terms/ words are not covered in the lecture, if appear in exam it might not appear strange or out of course.</a:t>
            </a:r>
            <a:endParaRPr lang="en-US" sz="2800" b="1" dirty="0">
              <a:solidFill>
                <a:srgbClr val="C00000"/>
              </a:solidFill>
              <a:latin typeface="Arial Black" panose="020B0A04020102020204" charset="0"/>
              <a:cs typeface="Arial Black" panose="020B0A04020102020204" charset="0"/>
            </a:endParaRPr>
          </a:p>
          <a:p>
            <a:pPr algn="ctr">
              <a:lnSpc>
                <a:spcPct val="120000"/>
              </a:lnSpc>
            </a:pPr>
            <a:endParaRPr lang="en-US" sz="2800" dirty="0">
              <a:latin typeface="Arial Black" panose="020B0A04020102020204" charset="0"/>
              <a:cs typeface="Arial Black" panose="020B0A04020102020204" charset="0"/>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2"/>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17" presetClass="entr" presetSubtype="1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p:cTn id="1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12" dur="500" fill="hold"/>
                                        <p:tgtEl>
                                          <p:spTgt spid="3">
                                            <p:txEl>
                                              <p:pRg st="2" end="2"/>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5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7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6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2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3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4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5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7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8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9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20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21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22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23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24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SE10 slides.thmx</Template>
  <TotalTime>2</TotalTime>
  <Words>798</Words>
  <Application>Microsoft Office PowerPoint</Application>
  <PresentationFormat>On-screen Show (4:3)</PresentationFormat>
  <Paragraphs>71</Paragraphs>
  <Slides>27</Slides>
  <Notes>0</Notes>
  <HiddenSlides>0</HiddenSlides>
  <MMClips>0</MMClips>
  <ScaleCrop>false</ScaleCrop>
  <HeadingPairs>
    <vt:vector size="8" baseType="variant">
      <vt:variant>
        <vt:lpstr>Fonts Used</vt:lpstr>
      </vt:variant>
      <vt:variant>
        <vt:i4>6</vt:i4>
      </vt:variant>
      <vt:variant>
        <vt:lpstr>Theme</vt:lpstr>
      </vt:variant>
      <vt:variant>
        <vt:i4>17</vt:i4>
      </vt:variant>
      <vt:variant>
        <vt:lpstr>Embedded OLE Servers</vt:lpstr>
      </vt:variant>
      <vt:variant>
        <vt:i4>1</vt:i4>
      </vt:variant>
      <vt:variant>
        <vt:lpstr>Slide Titles</vt:lpstr>
      </vt:variant>
      <vt:variant>
        <vt:i4>27</vt:i4>
      </vt:variant>
    </vt:vector>
  </HeadingPairs>
  <TitlesOfParts>
    <vt:vector size="51" baseType="lpstr">
      <vt:lpstr>Arial</vt:lpstr>
      <vt:lpstr>Arial Black</vt:lpstr>
      <vt:lpstr>Calibri</vt:lpstr>
      <vt:lpstr>Garamond</vt:lpstr>
      <vt:lpstr>Times New Roman</vt:lpstr>
      <vt:lpstr>Wingdings</vt:lpstr>
      <vt:lpstr>SE10 slides</vt:lpstr>
      <vt:lpstr>2_SE10 slides</vt:lpstr>
      <vt:lpstr>5_SE10 slides</vt:lpstr>
      <vt:lpstr>7_SE10 slides</vt:lpstr>
      <vt:lpstr>16_SE10 slides</vt:lpstr>
      <vt:lpstr>12_SE10 slides</vt:lpstr>
      <vt:lpstr>13_SE10 slides</vt:lpstr>
      <vt:lpstr>14_SE10 slides</vt:lpstr>
      <vt:lpstr>15_SE10 slides</vt:lpstr>
      <vt:lpstr>17_SE10 slides</vt:lpstr>
      <vt:lpstr>18_SE10 slides</vt:lpstr>
      <vt:lpstr>19_SE10 slides</vt:lpstr>
      <vt:lpstr>20_SE10 slides</vt:lpstr>
      <vt:lpstr>21_SE10 slides</vt:lpstr>
      <vt:lpstr>22_SE10 slides</vt:lpstr>
      <vt:lpstr>23_SE10 slides</vt:lpstr>
      <vt:lpstr>24_SE10 slides</vt:lpstr>
      <vt:lpstr>Bitmap Image</vt:lpstr>
      <vt:lpstr>Data Mining DS-303</vt:lpstr>
      <vt:lpstr>Content </vt:lpstr>
      <vt:lpstr>K-Mean Clustering </vt:lpstr>
      <vt:lpstr>What is K-Means Algorithm?</vt:lpstr>
      <vt:lpstr>Cont...</vt:lpstr>
      <vt:lpstr>PowerPoint Presentation</vt:lpstr>
      <vt:lpstr>PowerPoint Presentation</vt:lpstr>
      <vt:lpstr>How does the K-Means algorithm works?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to choose the value of "K number of clusters" in K-means Clustering?</vt:lpstr>
      <vt:lpstr>Elbow method</vt:lpstr>
      <vt:lpstr>PowerPoint Presentation</vt:lpstr>
      <vt:lpstr>Reference</vt:lpstr>
      <vt:lpstr>Advice</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1</dc:title>
  <dc:creator>Ian Sommerville</dc:creator>
  <cp:lastModifiedBy>Muhammad Arham</cp:lastModifiedBy>
  <cp:revision>152</cp:revision>
  <dcterms:created xsi:type="dcterms:W3CDTF">2009-12-29T10:39:00Z</dcterms:created>
  <dcterms:modified xsi:type="dcterms:W3CDTF">2026-03-31T05:07:27Z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D1306A2FD05A48D7B302624F1CBE0347</vt:lpwstr>
  </property>
  <property fmtid="{D5CDD505-2E9C-101B-9397-08002B2CF9AE}" pid="3" name="KSOProductBuildVer">
    <vt:lpwstr>1033-12.2.0.23155</vt:lpwstr>
  </property>
</Properties>
</file>