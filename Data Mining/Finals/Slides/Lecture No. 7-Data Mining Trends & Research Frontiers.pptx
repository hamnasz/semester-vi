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2" r:id="rId3"/>
    <p:sldMasterId id="2147483936" r:id="rId4"/>
  </p:sldMasterIdLst>
  <p:notesMasterIdLst>
    <p:notesMasterId r:id="rId51"/>
  </p:notesMasterIdLst>
  <p:handoutMasterIdLst>
    <p:handoutMasterId r:id="rId52"/>
  </p:handoutMasterIdLst>
  <p:sldIdLst>
    <p:sldId id="329" r:id="rId5"/>
    <p:sldId id="430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576" r:id="rId49"/>
    <p:sldId id="427" r:id="rId5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1440" y="72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 Trends &amp; Research Frontiers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Refernces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https://www.slideshare.net/slideshow/chapter-13-trends-and-research-frontiers-in-data-miningppt/261372023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5257800" cy="762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458200" cy="5334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Kindly read the book before and after the lecture, if some terms/ words are not covered in the lecture, if appear in exam it might not appear strange or out of course.</a:t>
            </a: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lnSpc>
                <a:spcPct val="120000"/>
              </a:lnSpc>
            </a:pP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4</TotalTime>
  <Words>71</Words>
  <Application>Microsoft Office PowerPoint</Application>
  <PresentationFormat>On-screen Show (4:3)</PresentationFormat>
  <Paragraphs>16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2_SE10 slides</vt:lpstr>
      <vt:lpstr>5_SE10 slides</vt:lpstr>
      <vt:lpstr>24_SE10 slides</vt:lpstr>
      <vt:lpstr>Data Mining DS-303</vt:lpstr>
      <vt:lpstr>Content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Refernces </vt:lpstr>
      <vt:lpstr>Advice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118</cp:revision>
  <dcterms:created xsi:type="dcterms:W3CDTF">2009-12-29T10:39:00Z</dcterms:created>
  <dcterms:modified xsi:type="dcterms:W3CDTF">2026-05-06T03:49:55Z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D1306A2FD05A48D7B302624F1CBE0347</vt:lpwstr>
  </property>
  <property fmtid="{D5CDD505-2E9C-101B-9397-08002B2CF9AE}" pid="3" name="KSOProductBuildVer">
    <vt:lpwstr>1033-12.2.0.23155</vt:lpwstr>
  </property>
</Properties>
</file>