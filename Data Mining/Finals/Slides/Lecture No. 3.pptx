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6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17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8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19.xml" ContentType="application/vnd.openxmlformats-officedocument.theme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theme/theme20.xml" ContentType="application/vnd.openxmlformats-officedocument.theme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theme/theme21.xml" ContentType="application/vnd.openxmlformats-officedocument.theme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theme/theme22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23.xml" ContentType="application/vnd.openxmlformats-officedocument.theme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theme/theme24.xml" ContentType="application/vnd.openxmlformats-officedocument.theme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theme/theme25.xml" ContentType="application/vnd.openxmlformats-officedocument.theme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theme/theme26.xml" ContentType="application/vnd.openxmlformats-officedocument.theme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theme/theme27.xml" ContentType="application/vnd.openxmlformats-officedocument.theme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theme/theme28.xml" ContentType="application/vnd.openxmlformats-officedocument.theme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theme/theme29.xml" ContentType="application/vnd.openxmlformats-officedocument.theme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theme/theme30.xml" ContentType="application/vnd.openxmlformats-officedocument.theme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theme/theme31.xml" ContentType="application/vnd.openxmlformats-officedocument.theme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theme/theme32.xml" ContentType="application/vnd.openxmlformats-officedocument.theme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theme/theme33.xml" ContentType="application/vnd.openxmlformats-officedocument.theme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theme/theme34.xml" ContentType="application/vnd.openxmlformats-officedocument.theme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theme/theme35.xml" ContentType="application/vnd.openxmlformats-officedocument.theme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theme/theme36.xml" ContentType="application/vnd.openxmlformats-officedocument.theme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theme/theme37.xml" ContentType="application/vnd.openxmlformats-officedocument.theme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theme/theme38.xml" ContentType="application/vnd.openxmlformats-officedocument.theme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theme/theme39.xml" ContentType="application/vnd.openxmlformats-officedocument.theme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  <p:sldMasterId id="2147483780" r:id="rId12"/>
    <p:sldMasterId id="2147483792" r:id="rId13"/>
    <p:sldMasterId id="2147483804" r:id="rId14"/>
    <p:sldMasterId id="2147483816" r:id="rId15"/>
    <p:sldMasterId id="2147483828" r:id="rId16"/>
    <p:sldMasterId id="2147483840" r:id="rId17"/>
    <p:sldMasterId id="2147483852" r:id="rId18"/>
    <p:sldMasterId id="2147483864" r:id="rId19"/>
    <p:sldMasterId id="2147483876" r:id="rId20"/>
    <p:sldMasterId id="2147483888" r:id="rId21"/>
    <p:sldMasterId id="2147483900" r:id="rId22"/>
    <p:sldMasterId id="2147483912" r:id="rId23"/>
    <p:sldMasterId id="2147483924" r:id="rId24"/>
    <p:sldMasterId id="2147483936" r:id="rId25"/>
    <p:sldMasterId id="2147483948" r:id="rId26"/>
    <p:sldMasterId id="2147483960" r:id="rId27"/>
    <p:sldMasterId id="2147483972" r:id="rId28"/>
    <p:sldMasterId id="2147483984" r:id="rId29"/>
    <p:sldMasterId id="2147483996" r:id="rId30"/>
    <p:sldMasterId id="2147484008" r:id="rId31"/>
    <p:sldMasterId id="2147484020" r:id="rId32"/>
    <p:sldMasterId id="2147484032" r:id="rId33"/>
    <p:sldMasterId id="2147484044" r:id="rId34"/>
    <p:sldMasterId id="2147484056" r:id="rId35"/>
    <p:sldMasterId id="2147484068" r:id="rId36"/>
    <p:sldMasterId id="2147484080" r:id="rId37"/>
    <p:sldMasterId id="2147484092" r:id="rId38"/>
    <p:sldMasterId id="2147484104" r:id="rId39"/>
    <p:sldMasterId id="2147484116" r:id="rId40"/>
  </p:sldMasterIdLst>
  <p:notesMasterIdLst>
    <p:notesMasterId r:id="rId82"/>
  </p:notesMasterIdLst>
  <p:handoutMasterIdLst>
    <p:handoutMasterId r:id="rId83"/>
  </p:handoutMasterIdLst>
  <p:sldIdLst>
    <p:sldId id="329" r:id="rId41"/>
    <p:sldId id="430" r:id="rId42"/>
    <p:sldId id="432" r:id="rId43"/>
    <p:sldId id="448" r:id="rId44"/>
    <p:sldId id="488" r:id="rId45"/>
    <p:sldId id="489" r:id="rId46"/>
    <p:sldId id="527" r:id="rId47"/>
    <p:sldId id="506" r:id="rId48"/>
    <p:sldId id="507" r:id="rId49"/>
    <p:sldId id="529" r:id="rId50"/>
    <p:sldId id="530" r:id="rId51"/>
    <p:sldId id="533" r:id="rId52"/>
    <p:sldId id="534" r:id="rId53"/>
    <p:sldId id="535" r:id="rId54"/>
    <p:sldId id="536" r:id="rId55"/>
    <p:sldId id="537" r:id="rId56"/>
    <p:sldId id="528" r:id="rId57"/>
    <p:sldId id="508" r:id="rId58"/>
    <p:sldId id="509" r:id="rId59"/>
    <p:sldId id="510" r:id="rId60"/>
    <p:sldId id="511" r:id="rId61"/>
    <p:sldId id="512" r:id="rId62"/>
    <p:sldId id="513" r:id="rId63"/>
    <p:sldId id="514" r:id="rId64"/>
    <p:sldId id="515" r:id="rId65"/>
    <p:sldId id="516" r:id="rId66"/>
    <p:sldId id="517" r:id="rId67"/>
    <p:sldId id="518" r:id="rId68"/>
    <p:sldId id="519" r:id="rId69"/>
    <p:sldId id="555" r:id="rId70"/>
    <p:sldId id="520" r:id="rId71"/>
    <p:sldId id="521" r:id="rId72"/>
    <p:sldId id="522" r:id="rId73"/>
    <p:sldId id="523" r:id="rId74"/>
    <p:sldId id="524" r:id="rId75"/>
    <p:sldId id="525" r:id="rId76"/>
    <p:sldId id="526" r:id="rId77"/>
    <p:sldId id="547" r:id="rId78"/>
    <p:sldId id="548" r:id="rId79"/>
    <p:sldId id="496" r:id="rId80"/>
    <p:sldId id="427" r:id="rId8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 snapToObjects="1" showGuides="1">
      <p:cViewPr varScale="1">
        <p:scale>
          <a:sx n="64" d="100"/>
          <a:sy n="64" d="100"/>
        </p:scale>
        <p:origin x="1560" y="72"/>
      </p:cViewPr>
      <p:guideLst>
        <p:guide orient="horz" pos="2160"/>
        <p:guide pos="294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Master" Target="slideMasters/slideMaster39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slide" Target="slides/slide2.xml"/><Relationship Id="rId47" Type="http://schemas.openxmlformats.org/officeDocument/2006/relationships/slide" Target="slides/slide7.xml"/><Relationship Id="rId50" Type="http://schemas.openxmlformats.org/officeDocument/2006/relationships/slide" Target="slides/slide10.xml"/><Relationship Id="rId55" Type="http://schemas.openxmlformats.org/officeDocument/2006/relationships/slide" Target="slides/slide15.xml"/><Relationship Id="rId63" Type="http://schemas.openxmlformats.org/officeDocument/2006/relationships/slide" Target="slides/slide23.xml"/><Relationship Id="rId68" Type="http://schemas.openxmlformats.org/officeDocument/2006/relationships/slide" Target="slides/slide28.xml"/><Relationship Id="rId76" Type="http://schemas.openxmlformats.org/officeDocument/2006/relationships/slide" Target="slides/slide36.xml"/><Relationship Id="rId8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40" Type="http://schemas.openxmlformats.org/officeDocument/2006/relationships/slideMaster" Target="slideMasters/slideMaster40.xml"/><Relationship Id="rId45" Type="http://schemas.openxmlformats.org/officeDocument/2006/relationships/slide" Target="slides/slide5.xml"/><Relationship Id="rId53" Type="http://schemas.openxmlformats.org/officeDocument/2006/relationships/slide" Target="slides/slide13.xml"/><Relationship Id="rId58" Type="http://schemas.openxmlformats.org/officeDocument/2006/relationships/slide" Target="slides/slide18.xml"/><Relationship Id="rId66" Type="http://schemas.openxmlformats.org/officeDocument/2006/relationships/slide" Target="slides/slide26.xml"/><Relationship Id="rId74" Type="http://schemas.openxmlformats.org/officeDocument/2006/relationships/slide" Target="slides/slide34.xml"/><Relationship Id="rId79" Type="http://schemas.openxmlformats.org/officeDocument/2006/relationships/slide" Target="slides/slide39.xml"/><Relationship Id="rId8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21.xml"/><Relationship Id="rId82" Type="http://schemas.openxmlformats.org/officeDocument/2006/relationships/notesMaster" Target="notesMasters/notesMaster1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" Target="slides/slide3.xml"/><Relationship Id="rId48" Type="http://schemas.openxmlformats.org/officeDocument/2006/relationships/slide" Target="slides/slide8.xml"/><Relationship Id="rId56" Type="http://schemas.openxmlformats.org/officeDocument/2006/relationships/slide" Target="slides/slide16.xml"/><Relationship Id="rId64" Type="http://schemas.openxmlformats.org/officeDocument/2006/relationships/slide" Target="slides/slide24.xml"/><Relationship Id="rId69" Type="http://schemas.openxmlformats.org/officeDocument/2006/relationships/slide" Target="slides/slide29.xml"/><Relationship Id="rId77" Type="http://schemas.openxmlformats.org/officeDocument/2006/relationships/slide" Target="slides/slide37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11.xml"/><Relationship Id="rId72" Type="http://schemas.openxmlformats.org/officeDocument/2006/relationships/slide" Target="slides/slide32.xml"/><Relationship Id="rId80" Type="http://schemas.openxmlformats.org/officeDocument/2006/relationships/slide" Target="slides/slide40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" Target="slides/slide6.xml"/><Relationship Id="rId59" Type="http://schemas.openxmlformats.org/officeDocument/2006/relationships/slide" Target="slides/slide19.xml"/><Relationship Id="rId67" Type="http://schemas.openxmlformats.org/officeDocument/2006/relationships/slide" Target="slides/slide27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.xml"/><Relationship Id="rId54" Type="http://schemas.openxmlformats.org/officeDocument/2006/relationships/slide" Target="slides/slide14.xml"/><Relationship Id="rId62" Type="http://schemas.openxmlformats.org/officeDocument/2006/relationships/slide" Target="slides/slide22.xml"/><Relationship Id="rId70" Type="http://schemas.openxmlformats.org/officeDocument/2006/relationships/slide" Target="slides/slide30.xml"/><Relationship Id="rId75" Type="http://schemas.openxmlformats.org/officeDocument/2006/relationships/slide" Target="slides/slide35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" Target="slides/slide9.xml"/><Relationship Id="rId57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4.xml"/><Relationship Id="rId52" Type="http://schemas.openxmlformats.org/officeDocument/2006/relationships/slide" Target="slides/slide12.xml"/><Relationship Id="rId60" Type="http://schemas.openxmlformats.org/officeDocument/2006/relationships/slide" Target="slides/slide20.xml"/><Relationship Id="rId65" Type="http://schemas.openxmlformats.org/officeDocument/2006/relationships/slide" Target="slides/slide25.xml"/><Relationship Id="rId73" Type="http://schemas.openxmlformats.org/officeDocument/2006/relationships/slide" Target="slides/slide33.xml"/><Relationship Id="rId78" Type="http://schemas.openxmlformats.org/officeDocument/2006/relationships/slide" Target="slides/slide38.xml"/><Relationship Id="rId81" Type="http://schemas.openxmlformats.org/officeDocument/2006/relationships/slide" Target="slides/slide41.xml"/><Relationship Id="rId86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9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2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3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4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image" Target="../media/image2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5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image" Target="../media/image2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6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14" Type="http://schemas.openxmlformats.org/officeDocument/2006/relationships/image" Target="../media/image2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theme" Target="../theme/theme17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7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Relationship Id="rId14" Type="http://schemas.openxmlformats.org/officeDocument/2006/relationships/image" Target="../media/image2.pn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theme" Target="../theme/theme18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8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theme" Target="../theme/theme19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0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Relationship Id="rId14" Type="http://schemas.openxmlformats.org/officeDocument/2006/relationships/image" Target="../media/image2.pn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7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6.xml"/><Relationship Id="rId12" Type="http://schemas.openxmlformats.org/officeDocument/2006/relationships/theme" Target="../theme/theme20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1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15.xml"/><Relationship Id="rId11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4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3.xml"/><Relationship Id="rId9" Type="http://schemas.openxmlformats.org/officeDocument/2006/relationships/slideLayout" Target="../slideLayouts/slideLayout218.xml"/><Relationship Id="rId14" Type="http://schemas.openxmlformats.org/officeDocument/2006/relationships/image" Target="../media/image2.png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227.xml"/><Relationship Id="rId12" Type="http://schemas.openxmlformats.org/officeDocument/2006/relationships/theme" Target="../theme/theme21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2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25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24.xml"/><Relationship Id="rId9" Type="http://schemas.openxmlformats.org/officeDocument/2006/relationships/slideLayout" Target="../slideLayouts/slideLayout229.xml"/><Relationship Id="rId14" Type="http://schemas.openxmlformats.org/officeDocument/2006/relationships/image" Target="../media/image2.png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34.xml"/><Relationship Id="rId7" Type="http://schemas.openxmlformats.org/officeDocument/2006/relationships/slideLayout" Target="../slideLayouts/slideLayout238.xml"/><Relationship Id="rId12" Type="http://schemas.openxmlformats.org/officeDocument/2006/relationships/theme" Target="../theme/theme22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3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36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40.xml"/><Relationship Id="rId14" Type="http://schemas.openxmlformats.org/officeDocument/2006/relationships/image" Target="../media/image2.png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9.xml"/><Relationship Id="rId12" Type="http://schemas.openxmlformats.org/officeDocument/2006/relationships/theme" Target="../theme/theme23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4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247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51.xml"/><Relationship Id="rId14" Type="http://schemas.openxmlformats.org/officeDocument/2006/relationships/image" Target="../media/image2.png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60.xml"/><Relationship Id="rId12" Type="http://schemas.openxmlformats.org/officeDocument/2006/relationships/theme" Target="../theme/theme24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5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9.xml"/><Relationship Id="rId11" Type="http://schemas.openxmlformats.org/officeDocument/2006/relationships/slideLayout" Target="../slideLayouts/slideLayout264.xml"/><Relationship Id="rId5" Type="http://schemas.openxmlformats.org/officeDocument/2006/relationships/slideLayout" Target="../slideLayouts/slideLayout258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63.xml"/><Relationship Id="rId4" Type="http://schemas.openxmlformats.org/officeDocument/2006/relationships/slideLayout" Target="../slideLayouts/slideLayout257.xml"/><Relationship Id="rId9" Type="http://schemas.openxmlformats.org/officeDocument/2006/relationships/slideLayout" Target="../slideLayouts/slideLayout262.xml"/><Relationship Id="rId14" Type="http://schemas.openxmlformats.org/officeDocument/2006/relationships/image" Target="../media/image2.png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67.xml"/><Relationship Id="rId7" Type="http://schemas.openxmlformats.org/officeDocument/2006/relationships/slideLayout" Target="../slideLayouts/slideLayout271.xml"/><Relationship Id="rId12" Type="http://schemas.openxmlformats.org/officeDocument/2006/relationships/theme" Target="../theme/theme25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6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65.xml"/><Relationship Id="rId6" Type="http://schemas.openxmlformats.org/officeDocument/2006/relationships/slideLayout" Target="../slideLayouts/slideLayout270.xml"/><Relationship Id="rId11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69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68.xml"/><Relationship Id="rId9" Type="http://schemas.openxmlformats.org/officeDocument/2006/relationships/slideLayout" Target="../slideLayouts/slideLayout273.xml"/><Relationship Id="rId14" Type="http://schemas.openxmlformats.org/officeDocument/2006/relationships/image" Target="../media/image2.png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3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82.xml"/><Relationship Id="rId12" Type="http://schemas.openxmlformats.org/officeDocument/2006/relationships/theme" Target="../theme/theme26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7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80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85.xml"/><Relationship Id="rId4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4.xml"/><Relationship Id="rId1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89.xml"/><Relationship Id="rId7" Type="http://schemas.openxmlformats.org/officeDocument/2006/relationships/slideLayout" Target="../slideLayouts/slideLayout293.xml"/><Relationship Id="rId12" Type="http://schemas.openxmlformats.org/officeDocument/2006/relationships/theme" Target="../theme/theme27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8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87.xml"/><Relationship Id="rId6" Type="http://schemas.openxmlformats.org/officeDocument/2006/relationships/slideLayout" Target="../slideLayouts/slideLayout292.xml"/><Relationship Id="rId11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1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0.xml"/><Relationship Id="rId9" Type="http://schemas.openxmlformats.org/officeDocument/2006/relationships/slideLayout" Target="../slideLayouts/slideLayout295.xml"/><Relationship Id="rId14" Type="http://schemas.openxmlformats.org/officeDocument/2006/relationships/image" Target="../media/image2.png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00.xml"/><Relationship Id="rId7" Type="http://schemas.openxmlformats.org/officeDocument/2006/relationships/slideLayout" Target="../slideLayouts/slideLayout304.xml"/><Relationship Id="rId12" Type="http://schemas.openxmlformats.org/officeDocument/2006/relationships/theme" Target="../theme/theme28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9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8.xml"/><Relationship Id="rId5" Type="http://schemas.openxmlformats.org/officeDocument/2006/relationships/slideLayout" Target="../slideLayouts/slideLayout302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307.xml"/><Relationship Id="rId4" Type="http://schemas.openxmlformats.org/officeDocument/2006/relationships/slideLayout" Target="../slideLayouts/slideLayout301.xml"/><Relationship Id="rId9" Type="http://schemas.openxmlformats.org/officeDocument/2006/relationships/slideLayout" Target="../slideLayouts/slideLayout306.xml"/><Relationship Id="rId14" Type="http://schemas.openxmlformats.org/officeDocument/2006/relationships/image" Target="../media/image2.png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6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11.xml"/><Relationship Id="rId7" Type="http://schemas.openxmlformats.org/officeDocument/2006/relationships/slideLayout" Target="../slideLayouts/slideLayout315.xml"/><Relationship Id="rId12" Type="http://schemas.openxmlformats.org/officeDocument/2006/relationships/theme" Target="../theme/theme29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31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09.xml"/><Relationship Id="rId6" Type="http://schemas.openxmlformats.org/officeDocument/2006/relationships/slideLayout" Target="../slideLayouts/slideLayout314.xml"/><Relationship Id="rId11" Type="http://schemas.openxmlformats.org/officeDocument/2006/relationships/slideLayout" Target="../slideLayouts/slideLayout319.xml"/><Relationship Id="rId5" Type="http://schemas.openxmlformats.org/officeDocument/2006/relationships/slideLayout" Target="../slideLayouts/slideLayout313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318.xml"/><Relationship Id="rId4" Type="http://schemas.openxmlformats.org/officeDocument/2006/relationships/slideLayout" Target="../slideLayouts/slideLayout312.xml"/><Relationship Id="rId9" Type="http://schemas.openxmlformats.org/officeDocument/2006/relationships/slideLayout" Target="../slideLayouts/slideLayout317.xml"/><Relationship Id="rId14" Type="http://schemas.openxmlformats.org/officeDocument/2006/relationships/image" Target="../media/image2.png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7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22.xml"/><Relationship Id="rId7" Type="http://schemas.openxmlformats.org/officeDocument/2006/relationships/slideLayout" Target="../slideLayouts/slideLayout326.xml"/><Relationship Id="rId12" Type="http://schemas.openxmlformats.org/officeDocument/2006/relationships/theme" Target="../theme/theme30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32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20.xml"/><Relationship Id="rId6" Type="http://schemas.openxmlformats.org/officeDocument/2006/relationships/slideLayout" Target="../slideLayouts/slideLayout325.xml"/><Relationship Id="rId11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4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3.xml"/><Relationship Id="rId9" Type="http://schemas.openxmlformats.org/officeDocument/2006/relationships/slideLayout" Target="../slideLayouts/slideLayout328.xml"/><Relationship Id="rId14" Type="http://schemas.openxmlformats.org/officeDocument/2006/relationships/image" Target="../media/image2.png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33.xml"/><Relationship Id="rId7" Type="http://schemas.openxmlformats.org/officeDocument/2006/relationships/slideLayout" Target="../slideLayouts/slideLayout337.xml"/><Relationship Id="rId12" Type="http://schemas.openxmlformats.org/officeDocument/2006/relationships/theme" Target="../theme/theme31.xml"/><Relationship Id="rId17" Type="http://schemas.openxmlformats.org/officeDocument/2006/relationships/image" Target="../media/image12.svg"/><Relationship Id="rId2" Type="http://schemas.openxmlformats.org/officeDocument/2006/relationships/slideLayout" Target="../slideLayouts/slideLayout33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41.xml"/><Relationship Id="rId5" Type="http://schemas.openxmlformats.org/officeDocument/2006/relationships/slideLayout" Target="../slideLayouts/slideLayout335.xml"/><Relationship Id="rId15" Type="http://schemas.openxmlformats.org/officeDocument/2006/relationships/image" Target="../media/image11.svg"/><Relationship Id="rId10" Type="http://schemas.openxmlformats.org/officeDocument/2006/relationships/slideLayout" Target="../slideLayouts/slideLayout340.xml"/><Relationship Id="rId4" Type="http://schemas.openxmlformats.org/officeDocument/2006/relationships/slideLayout" Target="../slideLayouts/slideLayout334.xml"/><Relationship Id="rId9" Type="http://schemas.openxmlformats.org/officeDocument/2006/relationships/slideLayout" Target="../slideLayouts/slideLayout339.xml"/><Relationship Id="rId14" Type="http://schemas.openxmlformats.org/officeDocument/2006/relationships/image" Target="../media/image2.png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44.xml"/><Relationship Id="rId7" Type="http://schemas.openxmlformats.org/officeDocument/2006/relationships/slideLayout" Target="../slideLayouts/slideLayout348.xml"/><Relationship Id="rId12" Type="http://schemas.openxmlformats.org/officeDocument/2006/relationships/theme" Target="../theme/theme32.xml"/><Relationship Id="rId17" Type="http://schemas.openxmlformats.org/officeDocument/2006/relationships/image" Target="../media/image14.svg"/><Relationship Id="rId2" Type="http://schemas.openxmlformats.org/officeDocument/2006/relationships/slideLayout" Target="../slideLayouts/slideLayout34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2.xml"/><Relationship Id="rId6" Type="http://schemas.openxmlformats.org/officeDocument/2006/relationships/slideLayout" Target="../slideLayouts/slideLayout347.xml"/><Relationship Id="rId11" Type="http://schemas.openxmlformats.org/officeDocument/2006/relationships/slideLayout" Target="../slideLayouts/slideLayout352.xml"/><Relationship Id="rId5" Type="http://schemas.openxmlformats.org/officeDocument/2006/relationships/slideLayout" Target="../slideLayouts/slideLayout346.xml"/><Relationship Id="rId15" Type="http://schemas.openxmlformats.org/officeDocument/2006/relationships/image" Target="../media/image13.svg"/><Relationship Id="rId10" Type="http://schemas.openxmlformats.org/officeDocument/2006/relationships/slideLayout" Target="../slideLayouts/slideLayout351.xml"/><Relationship Id="rId4" Type="http://schemas.openxmlformats.org/officeDocument/2006/relationships/slideLayout" Target="../slideLayouts/slideLayout345.xml"/><Relationship Id="rId9" Type="http://schemas.openxmlformats.org/officeDocument/2006/relationships/slideLayout" Target="../slideLayouts/slideLayout350.xml"/><Relationship Id="rId14" Type="http://schemas.openxmlformats.org/officeDocument/2006/relationships/image" Target="../media/image2.png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9.xml"/><Relationship Id="rId12" Type="http://schemas.openxmlformats.org/officeDocument/2006/relationships/theme" Target="../theme/theme33.xml"/><Relationship Id="rId17" Type="http://schemas.openxmlformats.org/officeDocument/2006/relationships/image" Target="../media/image12.svg"/><Relationship Id="rId2" Type="http://schemas.openxmlformats.org/officeDocument/2006/relationships/slideLayout" Target="../slideLayouts/slideLayout35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53.xml"/><Relationship Id="rId6" Type="http://schemas.openxmlformats.org/officeDocument/2006/relationships/slideLayout" Target="../slideLayouts/slideLayout358.xml"/><Relationship Id="rId11" Type="http://schemas.openxmlformats.org/officeDocument/2006/relationships/slideLayout" Target="../slideLayouts/slideLayout363.xml"/><Relationship Id="rId5" Type="http://schemas.openxmlformats.org/officeDocument/2006/relationships/slideLayout" Target="../slideLayouts/slideLayout357.xml"/><Relationship Id="rId15" Type="http://schemas.openxmlformats.org/officeDocument/2006/relationships/image" Target="../media/image11.svg"/><Relationship Id="rId10" Type="http://schemas.openxmlformats.org/officeDocument/2006/relationships/slideLayout" Target="../slideLayouts/slideLayout362.xml"/><Relationship Id="rId4" Type="http://schemas.openxmlformats.org/officeDocument/2006/relationships/slideLayout" Target="../slideLayouts/slideLayout356.xml"/><Relationship Id="rId9" Type="http://schemas.openxmlformats.org/officeDocument/2006/relationships/slideLayout" Target="../slideLayouts/slideLayout361.xml"/><Relationship Id="rId14" Type="http://schemas.openxmlformats.org/officeDocument/2006/relationships/image" Target="../media/image2.png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6.xml"/><Relationship Id="rId7" Type="http://schemas.openxmlformats.org/officeDocument/2006/relationships/slideLayout" Target="../slideLayouts/slideLayout370.xml"/><Relationship Id="rId12" Type="http://schemas.openxmlformats.org/officeDocument/2006/relationships/theme" Target="../theme/theme34.xml"/><Relationship Id="rId17" Type="http://schemas.openxmlformats.org/officeDocument/2006/relationships/image" Target="../media/image12.svg"/><Relationship Id="rId2" Type="http://schemas.openxmlformats.org/officeDocument/2006/relationships/slideLayout" Target="../slideLayouts/slideLayout36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64.xml"/><Relationship Id="rId6" Type="http://schemas.openxmlformats.org/officeDocument/2006/relationships/slideLayout" Target="../slideLayouts/slideLayout369.xml"/><Relationship Id="rId11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68.xml"/><Relationship Id="rId15" Type="http://schemas.openxmlformats.org/officeDocument/2006/relationships/image" Target="../media/image11.svg"/><Relationship Id="rId10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67.xml"/><Relationship Id="rId9" Type="http://schemas.openxmlformats.org/officeDocument/2006/relationships/slideLayout" Target="../slideLayouts/slideLayout372.xml"/><Relationship Id="rId14" Type="http://schemas.openxmlformats.org/officeDocument/2006/relationships/image" Target="../media/image2.png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77.xml"/><Relationship Id="rId7" Type="http://schemas.openxmlformats.org/officeDocument/2006/relationships/slideLayout" Target="../slideLayouts/slideLayout381.xml"/><Relationship Id="rId12" Type="http://schemas.openxmlformats.org/officeDocument/2006/relationships/theme" Target="../theme/theme35.xml"/><Relationship Id="rId17" Type="http://schemas.openxmlformats.org/officeDocument/2006/relationships/image" Target="../media/image12.svg"/><Relationship Id="rId2" Type="http://schemas.openxmlformats.org/officeDocument/2006/relationships/slideLayout" Target="../slideLayouts/slideLayout37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85.xml"/><Relationship Id="rId5" Type="http://schemas.openxmlformats.org/officeDocument/2006/relationships/slideLayout" Target="../slideLayouts/slideLayout379.xml"/><Relationship Id="rId15" Type="http://schemas.openxmlformats.org/officeDocument/2006/relationships/image" Target="../media/image11.svg"/><Relationship Id="rId10" Type="http://schemas.openxmlformats.org/officeDocument/2006/relationships/slideLayout" Target="../slideLayouts/slideLayout384.xml"/><Relationship Id="rId4" Type="http://schemas.openxmlformats.org/officeDocument/2006/relationships/slideLayout" Target="../slideLayouts/slideLayout378.xml"/><Relationship Id="rId9" Type="http://schemas.openxmlformats.org/officeDocument/2006/relationships/slideLayout" Target="../slideLayouts/slideLayout383.xml"/><Relationship Id="rId14" Type="http://schemas.openxmlformats.org/officeDocument/2006/relationships/image" Target="../media/image2.png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3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88.xml"/><Relationship Id="rId7" Type="http://schemas.openxmlformats.org/officeDocument/2006/relationships/slideLayout" Target="../slideLayouts/slideLayout392.xml"/><Relationship Id="rId12" Type="http://schemas.openxmlformats.org/officeDocument/2006/relationships/theme" Target="../theme/theme36.xml"/><Relationship Id="rId17" Type="http://schemas.openxmlformats.org/officeDocument/2006/relationships/image" Target="../media/image12.svg"/><Relationship Id="rId2" Type="http://schemas.openxmlformats.org/officeDocument/2006/relationships/slideLayout" Target="../slideLayouts/slideLayout38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86.xml"/><Relationship Id="rId6" Type="http://schemas.openxmlformats.org/officeDocument/2006/relationships/slideLayout" Target="../slideLayouts/slideLayout391.xml"/><Relationship Id="rId11" Type="http://schemas.openxmlformats.org/officeDocument/2006/relationships/slideLayout" Target="../slideLayouts/slideLayout396.xml"/><Relationship Id="rId5" Type="http://schemas.openxmlformats.org/officeDocument/2006/relationships/slideLayout" Target="../slideLayouts/slideLayout390.xml"/><Relationship Id="rId15" Type="http://schemas.openxmlformats.org/officeDocument/2006/relationships/image" Target="../media/image11.svg"/><Relationship Id="rId10" Type="http://schemas.openxmlformats.org/officeDocument/2006/relationships/slideLayout" Target="../slideLayouts/slideLayout395.xml"/><Relationship Id="rId4" Type="http://schemas.openxmlformats.org/officeDocument/2006/relationships/slideLayout" Target="../slideLayouts/slideLayout389.xml"/><Relationship Id="rId9" Type="http://schemas.openxmlformats.org/officeDocument/2006/relationships/slideLayout" Target="../slideLayouts/slideLayout394.xml"/><Relationship Id="rId14" Type="http://schemas.openxmlformats.org/officeDocument/2006/relationships/image" Target="../media/image2.png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99.xml"/><Relationship Id="rId7" Type="http://schemas.openxmlformats.org/officeDocument/2006/relationships/slideLayout" Target="../slideLayouts/slideLayout403.xml"/><Relationship Id="rId12" Type="http://schemas.openxmlformats.org/officeDocument/2006/relationships/theme" Target="../theme/theme37.xml"/><Relationship Id="rId17" Type="http://schemas.openxmlformats.org/officeDocument/2006/relationships/image" Target="../media/image12.svg"/><Relationship Id="rId2" Type="http://schemas.openxmlformats.org/officeDocument/2006/relationships/slideLayout" Target="../slideLayouts/slideLayout39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97.xml"/><Relationship Id="rId6" Type="http://schemas.openxmlformats.org/officeDocument/2006/relationships/slideLayout" Target="../slideLayouts/slideLayout402.xml"/><Relationship Id="rId11" Type="http://schemas.openxmlformats.org/officeDocument/2006/relationships/slideLayout" Target="../slideLayouts/slideLayout407.xml"/><Relationship Id="rId5" Type="http://schemas.openxmlformats.org/officeDocument/2006/relationships/slideLayout" Target="../slideLayouts/slideLayout401.xml"/><Relationship Id="rId15" Type="http://schemas.openxmlformats.org/officeDocument/2006/relationships/image" Target="../media/image11.svg"/><Relationship Id="rId10" Type="http://schemas.openxmlformats.org/officeDocument/2006/relationships/slideLayout" Target="../slideLayouts/slideLayout406.xml"/><Relationship Id="rId4" Type="http://schemas.openxmlformats.org/officeDocument/2006/relationships/slideLayout" Target="../slideLayouts/slideLayout400.xml"/><Relationship Id="rId9" Type="http://schemas.openxmlformats.org/officeDocument/2006/relationships/slideLayout" Target="../slideLayouts/slideLayout405.xml"/><Relationship Id="rId14" Type="http://schemas.openxmlformats.org/officeDocument/2006/relationships/image" Target="../media/image2.png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10.xml"/><Relationship Id="rId7" Type="http://schemas.openxmlformats.org/officeDocument/2006/relationships/slideLayout" Target="../slideLayouts/slideLayout414.xml"/><Relationship Id="rId12" Type="http://schemas.openxmlformats.org/officeDocument/2006/relationships/theme" Target="../theme/theme38.xml"/><Relationship Id="rId17" Type="http://schemas.openxmlformats.org/officeDocument/2006/relationships/image" Target="../media/image12.svg"/><Relationship Id="rId2" Type="http://schemas.openxmlformats.org/officeDocument/2006/relationships/slideLayout" Target="../slideLayouts/slideLayout40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08.xml"/><Relationship Id="rId6" Type="http://schemas.openxmlformats.org/officeDocument/2006/relationships/slideLayout" Target="../slideLayouts/slideLayout413.xml"/><Relationship Id="rId11" Type="http://schemas.openxmlformats.org/officeDocument/2006/relationships/slideLayout" Target="../slideLayouts/slideLayout418.xml"/><Relationship Id="rId5" Type="http://schemas.openxmlformats.org/officeDocument/2006/relationships/slideLayout" Target="../slideLayouts/slideLayout412.xml"/><Relationship Id="rId15" Type="http://schemas.openxmlformats.org/officeDocument/2006/relationships/image" Target="../media/image11.svg"/><Relationship Id="rId10" Type="http://schemas.openxmlformats.org/officeDocument/2006/relationships/slideLayout" Target="../slideLayouts/slideLayout417.xml"/><Relationship Id="rId4" Type="http://schemas.openxmlformats.org/officeDocument/2006/relationships/slideLayout" Target="../slideLayouts/slideLayout411.xml"/><Relationship Id="rId9" Type="http://schemas.openxmlformats.org/officeDocument/2006/relationships/slideLayout" Target="../slideLayouts/slideLayout416.xml"/><Relationship Id="rId14" Type="http://schemas.openxmlformats.org/officeDocument/2006/relationships/image" Target="../media/image2.png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6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21.xml"/><Relationship Id="rId7" Type="http://schemas.openxmlformats.org/officeDocument/2006/relationships/slideLayout" Target="../slideLayouts/slideLayout425.xml"/><Relationship Id="rId12" Type="http://schemas.openxmlformats.org/officeDocument/2006/relationships/theme" Target="../theme/theme39.xml"/><Relationship Id="rId17" Type="http://schemas.openxmlformats.org/officeDocument/2006/relationships/image" Target="../media/image12.svg"/><Relationship Id="rId2" Type="http://schemas.openxmlformats.org/officeDocument/2006/relationships/slideLayout" Target="../slideLayouts/slideLayout42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19.xml"/><Relationship Id="rId6" Type="http://schemas.openxmlformats.org/officeDocument/2006/relationships/slideLayout" Target="../slideLayouts/slideLayout424.xml"/><Relationship Id="rId11" Type="http://schemas.openxmlformats.org/officeDocument/2006/relationships/slideLayout" Target="../slideLayouts/slideLayout429.xml"/><Relationship Id="rId5" Type="http://schemas.openxmlformats.org/officeDocument/2006/relationships/slideLayout" Target="../slideLayouts/slideLayout423.xml"/><Relationship Id="rId15" Type="http://schemas.openxmlformats.org/officeDocument/2006/relationships/image" Target="../media/image11.svg"/><Relationship Id="rId10" Type="http://schemas.openxmlformats.org/officeDocument/2006/relationships/slideLayout" Target="../slideLayouts/slideLayout428.xml"/><Relationship Id="rId4" Type="http://schemas.openxmlformats.org/officeDocument/2006/relationships/slideLayout" Target="../slideLayouts/slideLayout422.xml"/><Relationship Id="rId9" Type="http://schemas.openxmlformats.org/officeDocument/2006/relationships/slideLayout" Target="../slideLayouts/slideLayout427.xml"/><Relationship Id="rId14" Type="http://schemas.openxmlformats.org/officeDocument/2006/relationships/image" Target="../media/image2.png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7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32.xml"/><Relationship Id="rId7" Type="http://schemas.openxmlformats.org/officeDocument/2006/relationships/slideLayout" Target="../slideLayouts/slideLayout436.xml"/><Relationship Id="rId12" Type="http://schemas.openxmlformats.org/officeDocument/2006/relationships/theme" Target="../theme/theme40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43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30.xml"/><Relationship Id="rId6" Type="http://schemas.openxmlformats.org/officeDocument/2006/relationships/slideLayout" Target="../slideLayouts/slideLayout435.xml"/><Relationship Id="rId11" Type="http://schemas.openxmlformats.org/officeDocument/2006/relationships/slideLayout" Target="../slideLayouts/slideLayout440.xml"/><Relationship Id="rId5" Type="http://schemas.openxmlformats.org/officeDocument/2006/relationships/slideLayout" Target="../slideLayouts/slideLayout434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439.xml"/><Relationship Id="rId4" Type="http://schemas.openxmlformats.org/officeDocument/2006/relationships/slideLayout" Target="../slideLayouts/slideLayout433.xml"/><Relationship Id="rId9" Type="http://schemas.openxmlformats.org/officeDocument/2006/relationships/slideLayout" Target="../slideLayouts/slideLayout438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118" r:id="rId2"/>
    <p:sldLayoutId id="2147484119" r:id="rId3"/>
    <p:sldLayoutId id="2147484120" r:id="rId4"/>
    <p:sldLayoutId id="2147484121" r:id="rId5"/>
    <p:sldLayoutId id="2147484122" r:id="rId6"/>
    <p:sldLayoutId id="2147484123" r:id="rId7"/>
    <p:sldLayoutId id="2147484124" r:id="rId8"/>
    <p:sldLayoutId id="2147484125" r:id="rId9"/>
    <p:sldLayoutId id="2147484126" r:id="rId10"/>
    <p:sldLayoutId id="214748412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0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4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5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8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0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DS-303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3082889"/>
            <a:ext cx="6716268" cy="318122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3</a:t>
            </a:r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>
                <a:solidFill>
                  <a:schemeClr val="bg1"/>
                </a:solidFill>
                <a:latin typeface="Garamond" panose="02020404030301010803" pitchFamily="18" charset="0"/>
              </a:rPr>
              <a:t>Muhammad Arham</a:t>
            </a:r>
            <a:endParaRPr lang="en-GB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Divisive &amp; SOM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6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Hierarchical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Clustering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hierarchical clustring is a set of nested clusters that are oragnized as a tree.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matrix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clustring criteria.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method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does not require the number of clustring </a:t>
            </a:r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an input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 a termination condition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Hierarchical Clustering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Agglomeratives vs Divisive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Agglomerative: Each instance is its own cluster and the algorithm merges clusters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Divisive: Begins with all instance in one cluster and divides it up.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/>
          <p:cNvGraphicFramePr/>
          <p:nvPr/>
        </p:nvGraphicFramePr>
        <p:xfrm>
          <a:off x="2115185" y="3561715"/>
          <a:ext cx="5502275" cy="315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895850" imgH="2390775" progId="Paint.Picture">
                  <p:embed/>
                </p:oleObj>
              </mc:Choice>
              <mc:Fallback>
                <p:oleObj r:id="rId2" imgW="4895850" imgH="23907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15185" y="3561715"/>
                        <a:ext cx="5502275" cy="3157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Agnes (Agglomeratives Nesting)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Introduced in Kaufmann and Rousseeuw (1990)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 statistical analysis packages.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Single-link method and the dissimilarity matrix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nodes that have the least dissimilarity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 on in a non-descending fashion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Eventually 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nodes belongs to the same cluster</a:t>
            </a:r>
          </a:p>
          <a:p>
            <a:endParaRPr lang="en-US" alt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/>
          <p:cNvGraphicFramePr/>
          <p:nvPr/>
        </p:nvGraphicFramePr>
        <p:xfrm>
          <a:off x="1231265" y="4667885"/>
          <a:ext cx="6551295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600700" imgH="1457325" progId="Paint.Picture">
                  <p:embed/>
                </p:oleObj>
              </mc:Choice>
              <mc:Fallback>
                <p:oleObj r:id="rId2" imgW="5600700" imgH="14573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31265" y="4667885"/>
                        <a:ext cx="6551295" cy="196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Agnes (Agglomeratives Nesting)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popular hierarchical clustering technique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algorithm is straightforward</a:t>
            </a:r>
          </a:p>
          <a:p>
            <a:pPr marL="914400" lvl="1" indent="-457200"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the distance matrix</a:t>
            </a:r>
          </a:p>
          <a:p>
            <a:pPr marL="914400" lvl="1" indent="-457200"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each data point be a cluster</a:t>
            </a:r>
          </a:p>
          <a:p>
            <a:pPr marL="914400" lvl="1" indent="-457200"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</a:p>
          <a:p>
            <a:pPr marL="914400" lvl="1" indent="-457200"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the two closest clusters</a:t>
            </a:r>
          </a:p>
          <a:p>
            <a:pPr marL="914400" lvl="1" indent="-457200"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the distance matrix</a:t>
            </a:r>
          </a:p>
          <a:p>
            <a:pPr marL="914400" lvl="1" indent="-457200"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Until only a singl cluster remains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operation is the computation of the distance between two clusters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approaches to defining the distance between clusters distinguish the different algorithm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Dendogram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tree that shows how clusters are merged/split hierarchically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node on the tree is a cluster; each leaf node is a singleton cluster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/>
          <p:cNvGraphicFramePr/>
          <p:nvPr/>
        </p:nvGraphicFramePr>
        <p:xfrm>
          <a:off x="1961515" y="3429000"/>
          <a:ext cx="5053330" cy="2696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743450" imgH="2247900" progId="Paint.Picture">
                  <p:embed/>
                </p:oleObj>
              </mc:Choice>
              <mc:Fallback>
                <p:oleObj r:id="rId2" imgW="4743450" imgH="2247900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61515" y="3429000"/>
                        <a:ext cx="5053330" cy="2696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Dendogram 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clustering of the data objects is obtained by cutting the dendogram at the desired level, then each connected component forms a cluster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/>
          <p:cNvGraphicFramePr/>
          <p:nvPr/>
        </p:nvGraphicFramePr>
        <p:xfrm>
          <a:off x="1553210" y="3269615"/>
          <a:ext cx="5795010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953000" imgH="2381250" progId="Paint.Picture">
                  <p:embed/>
                </p:oleObj>
              </mc:Choice>
              <mc:Fallback>
                <p:oleObj r:id="rId2" imgW="4953000" imgH="2381250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3210" y="3269615"/>
                        <a:ext cx="5795010" cy="308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Difficulties face in hierarchical clustering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merge/split points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revert operation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Scalibility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Hierarchical Clustring Methods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hierarchical and other techniques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BRICH: uses tree structures and incrementally adjusts the quality of sub-clusters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CURE: represents a cluster by a fixed number of representative objects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ROCK: clustering categories data by neighbor and link analysis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CHAMELEON: hierarchical clustering using dynamic modeling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Iterative Reducing and Clustring using Hierarchies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Incrementally construct a CF (Clustring Feature) tree, a hierarchical data structure for multiphase clustering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Phase1: scan DB to build an initial in-memory CF tree (a multi-level compression of the data that tries to preserve the inherent clustering structure of the data)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2: use an arbitrary clustering algorithm to cluster the leaf nodes of the CF-tree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linearly: finds a good clustering witha single scan and improves the quality with a few additional scans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Weakness: handles only numeric data, and sensitive to the order of data record.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Clustring Feature tree in BRICH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Clustring Features 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statistics for a given subcluster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 crucial measurements for computing cluster and utilizes storage efficiently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CF tree is a height-balanced tree that stores the clustring features for hierarchical clustring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non leaf node is a tree has descendants or  “Children”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non leaf nodes stores sums of the CFs of their children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CF tree has twi parameter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Branching factor: specify the maximumnumber of children 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Threshold: max diameter of sub-clusters stored at the leaf nodes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Using Representattives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Non-Spherical Clusters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number of representative points are used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scattered objects and shrink by moving towards cluster center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clusters with closest pair of representative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large Databses 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 a random sample S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 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Practially cluster each partition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Eliminated outliers and slow growing clusters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 clustering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Lable cluster by representatives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Categories Data: ROCK Algorithm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ROCK: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bust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lustering using lin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ideas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links to measure similarity/Proximaity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distance-based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common Neighbours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Algorithm: Sampling-based clustering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 random sampling 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with links 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Lable data in disk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76350" y="0"/>
            <a:ext cx="6019800" cy="1143000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CHAMELEON: Hierarchical Clustering Using Dynamic Modeling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the similarity based on a dynamic model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clusters are merge only if the interconnectivity and closeness (Proximity) between two clusters are high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two phase algorithm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 graph partitioning algorithm: cluster objects into large number of reltively small sub-clusters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and agglomerative hierarchical clustering algorithm: find the genuine clusters by repeatedly combing these sub-clusterss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DIANA (Divisive Analysis)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DIANA (Divisive Analysis)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Introduced in Kaufmann and Rousseeuw (1990)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Implemented in statistical analysis packages.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oreder of AGNES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Eventually each node forms a cluster on its own 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/>
          <p:cNvGraphicFramePr/>
          <p:nvPr/>
        </p:nvGraphicFramePr>
        <p:xfrm>
          <a:off x="1619885" y="4186555"/>
          <a:ext cx="5847080" cy="198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391150" imgH="1514475" progId="Paint.Picture">
                  <p:embed/>
                </p:oleObj>
              </mc:Choice>
              <mc:Fallback>
                <p:oleObj r:id="rId2" imgW="5391150" imgH="15144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19885" y="4186555"/>
                        <a:ext cx="5847080" cy="1986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DIANA-Explored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DIANA a divisive hierarchical clustering method, all of the objects form one cluster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cluster is spilt according to some principle, such as the minimum Euclidean distance between the closest neighboring objects in the cluster.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cluster splitting process repeats until, eventually, each new cluster contains a single object or a termination condition is met.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Clustering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distance matrix as clustering criteria. This method does not require the number of clusters K as an input, but needs a termination condition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/>
          <p:cNvGraphicFramePr/>
          <p:nvPr/>
        </p:nvGraphicFramePr>
        <p:xfrm>
          <a:off x="1553210" y="2967355"/>
          <a:ext cx="4598035" cy="269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90900" imgH="1790700" progId="Paint.Picture">
                  <p:embed/>
                </p:oleObj>
              </mc:Choice>
              <mc:Fallback>
                <p:oleObj r:id="rId2" imgW="3390900" imgH="1790700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3210" y="2967355"/>
                        <a:ext cx="4598035" cy="269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DIANA (Divisive Analysis)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order of AGNES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root cluster containing all objects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Recursively divide into subclusters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Eventually each cluster contains a single object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/>
          <p:cNvGraphicFramePr/>
          <p:nvPr/>
        </p:nvGraphicFramePr>
        <p:xfrm>
          <a:off x="1327150" y="3810635"/>
          <a:ext cx="5226050" cy="1881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076700" imgH="1171575" progId="Paint.Picture">
                  <p:embed/>
                </p:oleObj>
              </mc:Choice>
              <mc:Fallback>
                <p:oleObj r:id="rId2" imgW="4076700" imgH="11715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27150" y="3810635"/>
                        <a:ext cx="5226050" cy="1881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419735" y="2099310"/>
          <a:ext cx="8455660" cy="359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76950" imgH="2581275" progId="Paint.Picture">
                  <p:embed/>
                </p:oleObj>
              </mc:Choice>
              <mc:Fallback>
                <p:oleObj r:id="rId2" imgW="6076950" imgH="258127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9735" y="2099310"/>
                        <a:ext cx="8455660" cy="3592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the dataset {a, b, c, d, e} and the distance matrix in table,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divisive analysis clustering algorithm (DIANA) to form clusters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/>
          <p:cNvGraphicFramePr/>
          <p:nvPr/>
        </p:nvGraphicFramePr>
        <p:xfrm>
          <a:off x="3147695" y="3221355"/>
          <a:ext cx="2848610" cy="2417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33550" imgH="1447800" progId="Paint.Picture">
                  <p:embed/>
                </p:oleObj>
              </mc:Choice>
              <mc:Fallback>
                <p:oleObj r:id="rId2" imgW="1733550" imgH="1447800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47695" y="3221355"/>
                        <a:ext cx="2848610" cy="2417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Initially </a:t>
            </a:r>
            <a:r>
              <a:rPr lang="en-US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{a; b; c; d; e}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US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 </a:t>
            </a:r>
            <a:r>
              <a:rPr lang="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Initial Iteration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us calculate the average dissimilarities of the objects in 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the other objects in 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Initial iteration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us calculate the average dissimilarities of the objects in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 the other objects in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dissimilarities of a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 1/4 * (d(a,b) +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d(a,c) + d(a,d) + d(a,e)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 1/4 (9+3+6+11) = 7.25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1452880" y="1891665"/>
          <a:ext cx="6141720" cy="3882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47975" imgH="1800225" progId="Paint.Picture">
                  <p:embed/>
                </p:oleObj>
              </mc:Choice>
              <mc:Fallback>
                <p:oleObj r:id="rId2" imgW="2847975" imgH="18002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52880" y="1891665"/>
                        <a:ext cx="6141720" cy="3882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786765" y="2036445"/>
          <a:ext cx="7543165" cy="3823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829175" imgH="2447925" progId="Paint.Picture">
                  <p:embed/>
                </p:oleObj>
              </mc:Choice>
              <mc:Fallback>
                <p:oleObj r:id="rId2" imgW="4829175" imgH="24479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6765" y="2036445"/>
                        <a:ext cx="7543165" cy="3823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974725" y="2129155"/>
          <a:ext cx="7465695" cy="320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172075" imgH="2219325" progId="Paint.Picture">
                  <p:embed/>
                </p:oleObj>
              </mc:Choice>
              <mc:Fallback>
                <p:oleObj r:id="rId2" imgW="5172075" imgH="2219325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4725" y="2129155"/>
                        <a:ext cx="7465695" cy="3203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/>
          <p:cNvGraphicFramePr>
            <a:graphicFrameLocks noGrp="1" noChangeAspect="1"/>
          </p:cNvGraphicFramePr>
          <p:nvPr>
            <p:ph idx="1"/>
          </p:nvPr>
        </p:nvGraphicFramePr>
        <p:xfrm>
          <a:off x="1114425" y="2013585"/>
          <a:ext cx="6798310" cy="338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38775" imgH="2705100" progId="Paint.Picture">
                  <p:embed/>
                </p:oleObj>
              </mc:Choice>
              <mc:Fallback>
                <p:oleObj r:id="rId2" imgW="5438775" imgH="2705100" progId="Paint.Picture">
                  <p:embed/>
                  <p:pic>
                    <p:nvPicPr>
                      <p:cNvPr id="0" name="Picture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14425" y="2013585"/>
                        <a:ext cx="6798310" cy="338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Self-Organizing Maps (SOM)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Self-Organizing Maps (SOM)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machine learning technique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clustering and visualization of data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SOM?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neural network model that maps high-dimensional data to 2D space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non-linear projection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Groups similar data points together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SOM is Needed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(e.g., Sammon projection) had limitations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 helps in dimensionality reduction + visualization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Preserves relationships between data points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SOM Works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unsupervised learning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competitive learning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Neurons compete → best matching unit (BMU) selected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Nearby neurons also updated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 as Data Mining Tool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Recognizes patterns automatically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Clusters similar data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relationships without labeled data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SOM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&amp; visualization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applications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Biomedical analysis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 modeling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SOM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 of neurons (nodes)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chosen by trial and error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Shapes: rectangular, cylindrical, toroidal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Toroidal avoids boundary issues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 (Batch SOM)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weights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input data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BMU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weights of BMU + neighbors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convergence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SOM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 elements clustering → discovered hidden relationships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mapping → reduced 3D data to 2D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SOM can reveal unexpected patterns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https://www.slideshare.net/slideshow/33-hierarchical-methods/47853383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https://www.slideshare.net/slideshow/hierarchical-clusteringpptx/255090982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https://www.slideshare.net/slideshow/diana-divisive-clustering-1-pptx-for-machine-learning/275842762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https://www.slideshare.net/slideshow/self-organizing-maps/62510215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4" grpId="0" build="p"/>
      <p:bldP spid="4" grpI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81000"/>
            <a:ext cx="5257800" cy="7620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8458200" cy="5334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Kindly read the book before and after the lecture, if some terms/ words are not covered in the lecture, if appear in exam it might not appear strange or out of course.</a:t>
            </a: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lnSpc>
                <a:spcPct val="120000"/>
              </a:lnSpc>
            </a:pP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8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9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9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0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1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3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38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4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0</TotalTime>
  <Words>1322</Words>
  <Application>Microsoft Office PowerPoint</Application>
  <PresentationFormat>On-screen Show (4:3)</PresentationFormat>
  <Paragraphs>217</Paragraphs>
  <Slides>41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40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88" baseType="lpstr">
      <vt:lpstr>Arial</vt:lpstr>
      <vt:lpstr>Arial Black</vt:lpstr>
      <vt:lpstr>Calibri</vt:lpstr>
      <vt:lpstr>Garamond</vt:lpstr>
      <vt:lpstr>Times New Roman</vt:lpstr>
      <vt:lpstr>Wingdings</vt:lpstr>
      <vt:lpstr>SE10 slides</vt:lpstr>
      <vt:lpstr>2_SE10 slides</vt:lpstr>
      <vt:lpstr>5_SE10 slides</vt:lpstr>
      <vt:lpstr>7_SE10 slides</vt:lpstr>
      <vt:lpstr>8_SE10 slides</vt:lpstr>
      <vt:lpstr>9_SE10 slides</vt:lpstr>
      <vt:lpstr>16_SE10 slides</vt:lpstr>
      <vt:lpstr>1_SE10 slides</vt:lpstr>
      <vt:lpstr>3_SE10 slides</vt:lpstr>
      <vt:lpstr>4_SE10 slides</vt:lpstr>
      <vt:lpstr>6_SE10 slides</vt:lpstr>
      <vt:lpstr>10_SE10 slides</vt:lpstr>
      <vt:lpstr>11_SE10 slides</vt:lpstr>
      <vt:lpstr>12_SE10 slides</vt:lpstr>
      <vt:lpstr>13_SE10 slides</vt:lpstr>
      <vt:lpstr>14_SE10 slides</vt:lpstr>
      <vt:lpstr>15_SE10 slides</vt:lpstr>
      <vt:lpstr>17_SE10 slides</vt:lpstr>
      <vt:lpstr>18_SE10 slides</vt:lpstr>
      <vt:lpstr>19_SE10 slides</vt:lpstr>
      <vt:lpstr>20_SE10 slides</vt:lpstr>
      <vt:lpstr>21_SE10 slides</vt:lpstr>
      <vt:lpstr>22_SE10 slides</vt:lpstr>
      <vt:lpstr>23_SE10 slides</vt:lpstr>
      <vt:lpstr>24_SE10 slides</vt:lpstr>
      <vt:lpstr>25_SE10 slides</vt:lpstr>
      <vt:lpstr>26_SE10 slides</vt:lpstr>
      <vt:lpstr>27_SE10 slides</vt:lpstr>
      <vt:lpstr>28_SE10 slides</vt:lpstr>
      <vt:lpstr>29_SE10 slides</vt:lpstr>
      <vt:lpstr>30_SE10 slides</vt:lpstr>
      <vt:lpstr>31_SE10 slides</vt:lpstr>
      <vt:lpstr>32_SE10 slides</vt:lpstr>
      <vt:lpstr>33_SE10 slides</vt:lpstr>
      <vt:lpstr>34_SE10 slides</vt:lpstr>
      <vt:lpstr>35_SE10 slides</vt:lpstr>
      <vt:lpstr>36_SE10 slides</vt:lpstr>
      <vt:lpstr>37_SE10 slides</vt:lpstr>
      <vt:lpstr>38_SE10 slides</vt:lpstr>
      <vt:lpstr>45_SE10 slides</vt:lpstr>
      <vt:lpstr>Bitmap Image</vt:lpstr>
      <vt:lpstr>Data Mining DS-303</vt:lpstr>
      <vt:lpstr>Content </vt:lpstr>
      <vt:lpstr>Hierarchical</vt:lpstr>
      <vt:lpstr>Hierarchical Clustering</vt:lpstr>
      <vt:lpstr>Hierarchical Clustering</vt:lpstr>
      <vt:lpstr>Agnes (Agglomeratives Nesting)</vt:lpstr>
      <vt:lpstr>Agnes (Agglomeratives Nesting)</vt:lpstr>
      <vt:lpstr>Dendogram </vt:lpstr>
      <vt:lpstr>Dendogram </vt:lpstr>
      <vt:lpstr>Difficulties face in hierarchical clustering</vt:lpstr>
      <vt:lpstr>Recent Hierarchical Clustring Methods</vt:lpstr>
      <vt:lpstr>BRICH</vt:lpstr>
      <vt:lpstr>Clustring Feature tree in BRICH </vt:lpstr>
      <vt:lpstr>CURE</vt:lpstr>
      <vt:lpstr>Clustering Categories Data: ROCK Algorithm</vt:lpstr>
      <vt:lpstr>CHAMELEON: Hierarchical Clustering Using Dynamic Modeling</vt:lpstr>
      <vt:lpstr>DIANA (Divisive Analysis)</vt:lpstr>
      <vt:lpstr>DIANA (Divisive Analysis)</vt:lpstr>
      <vt:lpstr>DIANA-Explored </vt:lpstr>
      <vt:lpstr>Hierarchical Clustering </vt:lpstr>
      <vt:lpstr>DIANA (Divisive Analysis)</vt:lpstr>
      <vt:lpstr>Overview </vt:lpstr>
      <vt:lpstr>Example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Self-Organizing Maps (SOM)</vt:lpstr>
      <vt:lpstr>Self-Organizing Maps (SOM)</vt:lpstr>
      <vt:lpstr>What is SOM?</vt:lpstr>
      <vt:lpstr>Why SOM is Needed</vt:lpstr>
      <vt:lpstr>How SOM Works</vt:lpstr>
      <vt:lpstr>SOM as Data Mining Tool</vt:lpstr>
      <vt:lpstr>Applications of SOM</vt:lpstr>
      <vt:lpstr>Structure of SOM</vt:lpstr>
      <vt:lpstr>Training Process (Batch SOM)</vt:lpstr>
      <vt:lpstr>Examples of SOM</vt:lpstr>
      <vt:lpstr>Reference</vt:lpstr>
      <vt:lpstr>Advice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115</cp:revision>
  <dcterms:created xsi:type="dcterms:W3CDTF">2009-12-29T10:39:00Z</dcterms:created>
  <dcterms:modified xsi:type="dcterms:W3CDTF">2026-04-07T05:18:24Z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D1306A2FD05A48D7B302624F1CBE0347</vt:lpwstr>
  </property>
  <property fmtid="{D5CDD505-2E9C-101B-9397-08002B2CF9AE}" pid="3" name="KSOProductBuildVer">
    <vt:lpwstr>1033-12.2.0.23155</vt:lpwstr>
  </property>
</Properties>
</file>