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84" r:id="rId3"/>
    <p:sldMasterId id="2147483696" r:id="rId4"/>
    <p:sldMasterId id="2147483852" r:id="rId5"/>
  </p:sldMasterIdLst>
  <p:notesMasterIdLst>
    <p:notesMasterId r:id="rId41"/>
  </p:notesMasterIdLst>
  <p:handoutMasterIdLst>
    <p:handoutMasterId r:id="rId42"/>
  </p:handoutMasterIdLst>
  <p:sldIdLst>
    <p:sldId id="329" r:id="rId6"/>
    <p:sldId id="430" r:id="rId7"/>
    <p:sldId id="432" r:id="rId8"/>
    <p:sldId id="448" r:id="rId9"/>
    <p:sldId id="529" r:id="rId10"/>
    <p:sldId id="497" r:id="rId11"/>
    <p:sldId id="498" r:id="rId12"/>
    <p:sldId id="530" r:id="rId13"/>
    <p:sldId id="499" r:id="rId14"/>
    <p:sldId id="500" r:id="rId15"/>
    <p:sldId id="501" r:id="rId16"/>
    <p:sldId id="531" r:id="rId17"/>
    <p:sldId id="502" r:id="rId18"/>
    <p:sldId id="503" r:id="rId19"/>
    <p:sldId id="504" r:id="rId20"/>
    <p:sldId id="505" r:id="rId21"/>
    <p:sldId id="532" r:id="rId22"/>
    <p:sldId id="506" r:id="rId23"/>
    <p:sldId id="507" r:id="rId24"/>
    <p:sldId id="533" r:id="rId25"/>
    <p:sldId id="508" r:id="rId26"/>
    <p:sldId id="509" r:id="rId27"/>
    <p:sldId id="510" r:id="rId28"/>
    <p:sldId id="511" r:id="rId29"/>
    <p:sldId id="534" r:id="rId30"/>
    <p:sldId id="512" r:id="rId31"/>
    <p:sldId id="513" r:id="rId32"/>
    <p:sldId id="514" r:id="rId33"/>
    <p:sldId id="515" r:id="rId34"/>
    <p:sldId id="516" r:id="rId35"/>
    <p:sldId id="517" r:id="rId36"/>
    <p:sldId id="518" r:id="rId37"/>
    <p:sldId id="519" r:id="rId38"/>
    <p:sldId id="496" r:id="rId39"/>
    <p:sldId id="427" r:id="rId4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2672" autoAdjust="0"/>
  </p:normalViewPr>
  <p:slideViewPr>
    <p:cSldViewPr snapToGrid="0" snapToObjects="1" showGuides="1">
      <p:cViewPr varScale="1">
        <p:scale>
          <a:sx n="68" d="100"/>
          <a:sy n="68" d="100"/>
        </p:scale>
        <p:origin x="1668" y="60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758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10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8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data-preprocessing-31623210/31623210" TargetMode="Externa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smtClean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Data Pre-Processing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data mining technique that involves transforming raw data into an understandable format.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60223-D1D5-4993-B925-A258A575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94113"/>
            <a:ext cx="4323644" cy="243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16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Why Pre-Process the Data?</a:t>
            </a:r>
          </a:p>
        </p:txBody>
      </p:sp>
    </p:spTree>
    <p:extLst>
      <p:ext uri="{BB962C8B-B14F-4D97-AF65-F5344CB8AC3E}">
        <p14:creationId xmlns:p14="http://schemas.microsoft.com/office/powerpoint/2010/main" val="1740210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 the real world is: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Incomplete: lacking values, certain attributes of certain attributes of interest, etc.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Noisy: containing errors or outliers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Inconsistent: lack of compatibility or similarity between two or more facts.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quality data, no quality mining results!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decisions must be based on quality data.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needs consistent integration of quality data. </a:t>
            </a:r>
          </a:p>
        </p:txBody>
      </p:sp>
    </p:spTree>
    <p:extLst>
      <p:ext uri="{BB962C8B-B14F-4D97-AF65-F5344CB8AC3E}">
        <p14:creationId xmlns:p14="http://schemas.microsoft.com/office/powerpoint/2010/main" val="4132497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of Data Quality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Timeliness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Believability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added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Accessibility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597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Pre-Process Techniques </a:t>
            </a:r>
          </a:p>
        </p:txBody>
      </p:sp>
    </p:spTree>
    <p:extLst>
      <p:ext uri="{BB962C8B-B14F-4D97-AF65-F5344CB8AC3E}">
        <p14:creationId xmlns:p14="http://schemas.microsoft.com/office/powerpoint/2010/main" val="286030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techniques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9329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Tasks in Data Preprocessing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missing values, smooth noisy data, identify or remove outliers, and resolve inconsistencies.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multiple databases, data cubes, or files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and aggregation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Obtains reduced representation in volume but produces the same or similar analytical results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986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B42568-D6C6-4325-84B4-B833653A9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364" y="2157968"/>
            <a:ext cx="5887272" cy="3410426"/>
          </a:xfrm>
        </p:spPr>
      </p:pic>
    </p:spTree>
    <p:extLst>
      <p:ext uri="{BB962C8B-B14F-4D97-AF65-F5344CB8AC3E}">
        <p14:creationId xmlns:p14="http://schemas.microsoft.com/office/powerpoint/2010/main" val="3025089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Cleaning </a:t>
            </a:r>
          </a:p>
        </p:txBody>
      </p:sp>
    </p:spTree>
    <p:extLst>
      <p:ext uri="{BB962C8B-B14F-4D97-AF65-F5344CB8AC3E}">
        <p14:creationId xmlns:p14="http://schemas.microsoft.com/office/powerpoint/2010/main" val="3645210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attempt to fill in missing values, smooth out noise while identifying outliers, and correct inconsistencies in the real-world data.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BD002-AA80-470A-9ED8-EB9A32187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944" y="3833869"/>
            <a:ext cx="438211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454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Missing values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 the tuple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the missing value manually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global constant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attribute mean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most probable value</a:t>
            </a:r>
          </a:p>
          <a:p>
            <a:pPr marL="0" indent="0" algn="ctr">
              <a:buNone/>
            </a:pP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(Decision tree, Bayesian formalism)</a:t>
            </a:r>
            <a:endParaRPr lang="en-US" altLang="en-US" sz="2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66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Noisy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Binning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Clustering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computer and human inspection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5001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Inconsistent Data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Manually using external references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engineering tools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840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Integration  </a:t>
            </a:r>
          </a:p>
        </p:txBody>
      </p:sp>
    </p:spTree>
    <p:extLst>
      <p:ext uri="{BB962C8B-B14F-4D97-AF65-F5344CB8AC3E}">
        <p14:creationId xmlns:p14="http://schemas.microsoft.com/office/powerpoint/2010/main" val="1510980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implies combining of data from multiple sources into a coherent data store (data warehouse).</a:t>
            </a:r>
          </a:p>
        </p:txBody>
      </p:sp>
    </p:spTree>
    <p:extLst>
      <p:ext uri="{BB962C8B-B14F-4D97-AF65-F5344CB8AC3E}">
        <p14:creationId xmlns:p14="http://schemas.microsoft.com/office/powerpoint/2010/main" val="2456215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– Issues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identification problem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Redundancy 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 duplication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data values conflicts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79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Transformation  </a:t>
            </a:r>
          </a:p>
        </p:txBody>
      </p:sp>
    </p:spTree>
    <p:extLst>
      <p:ext uri="{BB962C8B-B14F-4D97-AF65-F5344CB8AC3E}">
        <p14:creationId xmlns:p14="http://schemas.microsoft.com/office/powerpoint/2010/main" val="309719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or consolidating data into mining suitable form is known as data transformation.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1CF3C-E546-43EC-BAC2-561618AE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078" y="2826067"/>
            <a:ext cx="1571844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18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Redundant Data in Data Integration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 occurs often when integration of multiple databases.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same attributes may have different names in different databases.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attribute may be a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 in another table, e.g., annual revenue.</a:t>
            </a:r>
          </a:p>
        </p:txBody>
      </p:sp>
    </p:spTree>
    <p:extLst>
      <p:ext uri="{BB962C8B-B14F-4D97-AF65-F5344CB8AC3E}">
        <p14:creationId xmlns:p14="http://schemas.microsoft.com/office/powerpoint/2010/main" val="1820766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Redundant Data in Data Integration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 may be able to be detected by correlation analysis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 integration of the data from multiple sources may help reduce/avoid redundancies and inconsistencies and improve mining speed and quality.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40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Smoothing: remove noise from data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Aggregation: summarization, data cube construction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Generalization: concept hierarchy climbing</a:t>
            </a:r>
          </a:p>
        </p:txBody>
      </p:sp>
    </p:spTree>
    <p:extLst>
      <p:ext uri="{BB962C8B-B14F-4D97-AF65-F5344CB8AC3E}">
        <p14:creationId xmlns:p14="http://schemas.microsoft.com/office/powerpoint/2010/main" val="3624691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Reduction  </a:t>
            </a:r>
          </a:p>
        </p:txBody>
      </p:sp>
    </p:spTree>
    <p:extLst>
      <p:ext uri="{BB962C8B-B14F-4D97-AF65-F5344CB8AC3E}">
        <p14:creationId xmlns:p14="http://schemas.microsoft.com/office/powerpoint/2010/main" val="1247164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techniques are applied to obtain a reduced representation of the data set that is much smaller in volume, yet closely maintains the integrity of base data.</a:t>
            </a:r>
          </a:p>
        </p:txBody>
      </p:sp>
    </p:spTree>
    <p:extLst>
      <p:ext uri="{BB962C8B-B14F-4D97-AF65-F5344CB8AC3E}">
        <p14:creationId xmlns:p14="http://schemas.microsoft.com/office/powerpoint/2010/main" val="3975945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 – Strategies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cube aggregation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Compression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Numerosity Reduction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Discretization and concept hierarchy generation </a:t>
            </a:r>
          </a:p>
        </p:txBody>
      </p:sp>
    </p:spTree>
    <p:extLst>
      <p:ext uri="{BB962C8B-B14F-4D97-AF65-F5344CB8AC3E}">
        <p14:creationId xmlns:p14="http://schemas.microsoft.com/office/powerpoint/2010/main" val="345041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Decision Tree Induction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attributes set: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{A1, A2, A3, A4, A5, A6}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attributes set: {A1, A4, A6}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2F2AE-2456-4C45-A321-EEA2B4B2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92" y="2734311"/>
            <a:ext cx="439163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2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popular data reduction technique.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data into buckets and store average (sum) for each bucket.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constructed optimally in one dimension.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to quantization problem.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52981F-CE51-4275-9C4E-B34B5EA8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959" y="4173478"/>
            <a:ext cx="3736927" cy="216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64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data set into clusters, and one can store cluster representation only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very effective if data is clustered.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have hierarchical clustering and be stored in a multi-dimensional index tree structure.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52F2A-B48F-4833-9469-734FAA1F4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4210050"/>
            <a:ext cx="29337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25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a large data set to be represented by a much smaller of the data.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a large data set D, contain N tuples.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to reduce data set D: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random sample without replacement (SRSWOR)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random sample with replacement (SRSWR)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sample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Straight sample </a:t>
            </a:r>
          </a:p>
        </p:txBody>
      </p:sp>
    </p:spTree>
    <p:extLst>
      <p:ext uri="{BB962C8B-B14F-4D97-AF65-F5344CB8AC3E}">
        <p14:creationId xmlns:p14="http://schemas.microsoft.com/office/powerpoint/2010/main" val="30281200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5C43A1A-D24E-427E-88F8-E9BD447A5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916" y="1976968"/>
            <a:ext cx="6030167" cy="3772426"/>
          </a:xfrm>
        </p:spPr>
      </p:pic>
    </p:spTree>
    <p:extLst>
      <p:ext uri="{BB962C8B-B14F-4D97-AF65-F5344CB8AC3E}">
        <p14:creationId xmlns:p14="http://schemas.microsoft.com/office/powerpoint/2010/main" val="1311379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80E1C9-CA60-4731-9CBC-118969BD5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90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https://www.slideshare.net/slideshow/data-preprocessing-31623210/31623210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https://www.slideshare.net/slideshow/data-preprocessing-in-data-mining-188113092/188113092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4" grpId="0" build="p"/>
      <p:bldP spid="4" grpI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300</TotalTime>
  <Words>734</Words>
  <Application>Microsoft Office PowerPoint</Application>
  <PresentationFormat>On-screen Show (4:3)</PresentationFormat>
  <Paragraphs>164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MS PGothic</vt:lpstr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16_SE10 slides</vt:lpstr>
      <vt:lpstr>Data Mining DS-303</vt:lpstr>
      <vt:lpstr>Content </vt:lpstr>
      <vt:lpstr> Data Pre-Processing </vt:lpstr>
      <vt:lpstr>Data Pre-processing </vt:lpstr>
      <vt:lpstr>Why Pre-Process the Data?</vt:lpstr>
      <vt:lpstr>Data Preprocessing </vt:lpstr>
      <vt:lpstr>Measure of Data Quality </vt:lpstr>
      <vt:lpstr>Data Pre-Process Techniques </vt:lpstr>
      <vt:lpstr>Data pre-processing techniques </vt:lpstr>
      <vt:lpstr>Major Tasks in Data Preprocessing </vt:lpstr>
      <vt:lpstr>Data Pre-Processing</vt:lpstr>
      <vt:lpstr>Data Cleaning </vt:lpstr>
      <vt:lpstr>Data Cleaning </vt:lpstr>
      <vt:lpstr>Data Cleaning – Missing values </vt:lpstr>
      <vt:lpstr>Data Cleaning – Noisy data</vt:lpstr>
      <vt:lpstr>Data Cleaning – Inconsistent Data </vt:lpstr>
      <vt:lpstr>Data Integration  </vt:lpstr>
      <vt:lpstr>Data Integration </vt:lpstr>
      <vt:lpstr>Data Integration – Issues </vt:lpstr>
      <vt:lpstr>Data Transformation  </vt:lpstr>
      <vt:lpstr>Data Transformation </vt:lpstr>
      <vt:lpstr>Handling Redundant Data in Data Integration </vt:lpstr>
      <vt:lpstr>Handling Redundant Data in Data Integration </vt:lpstr>
      <vt:lpstr>Data Transforming </vt:lpstr>
      <vt:lpstr>Data Reduction  </vt:lpstr>
      <vt:lpstr>Data Reduction </vt:lpstr>
      <vt:lpstr>Data Reduction – Strategies </vt:lpstr>
      <vt:lpstr>Example of Decision Tree Induction </vt:lpstr>
      <vt:lpstr>Histogram </vt:lpstr>
      <vt:lpstr>Clustering </vt:lpstr>
      <vt:lpstr>Sampling </vt:lpstr>
      <vt:lpstr>Sampling </vt:lpstr>
      <vt:lpstr>Sampling </vt:lpstr>
      <vt:lpstr>Reference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168</cp:revision>
  <dcterms:created xsi:type="dcterms:W3CDTF">2009-12-29T10:39:00Z</dcterms:created>
  <dcterms:modified xsi:type="dcterms:W3CDTF">2026-02-14T05:40:41Z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