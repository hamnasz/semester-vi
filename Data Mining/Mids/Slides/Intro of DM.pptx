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98" r:id="rId2"/>
    <p:sldId id="299" r:id="rId3"/>
    <p:sldId id="300" r:id="rId4"/>
    <p:sldId id="301" r:id="rId5"/>
    <p:sldId id="302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9519D-895B-4BBA-AA8B-3DD8745882C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83CB2-EF18-438A-9DC8-1053B6781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96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DC1E3-3C06-49E0-A248-4FB1E4E47B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4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9DC1E3-3C06-49E0-A248-4FB1E4E47B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66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smtClean="0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7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099" y="0"/>
            <a:ext cx="9592725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3" name="Content Placeholder 2"/>
          <p:cNvSpPr txBox="1"/>
          <p:nvPr>
            <p:custDataLst>
              <p:tags r:id="rId1"/>
            </p:custDataLst>
          </p:nvPr>
        </p:nvSpPr>
        <p:spPr>
          <a:xfrm>
            <a:off x="152400" y="2209800"/>
            <a:ext cx="88392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Hours: 3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(2-1)</a:t>
            </a: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Cr. Hr. 02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Practical: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Cr. Hr. 01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newsflash/>
      </p:transition>
    </mc:Choice>
    <mc:Fallback xmlns="">
      <p:transition spd="med">
        <p:newsfla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099" y="0"/>
            <a:ext cx="9592725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2" name="Title 1"/>
          <p:cNvSpPr txBox="1"/>
          <p:nvPr/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Marking Scheme</a:t>
            </a:r>
          </a:p>
        </p:txBody>
      </p:sp>
      <p:sp>
        <p:nvSpPr>
          <p:cNvPr id="13" name="Content Placeholder 2"/>
          <p:cNvSpPr txBox="1"/>
          <p:nvPr>
            <p:custDataLst>
              <p:tags r:id="rId1"/>
            </p:custDataLst>
          </p:nvPr>
        </p:nvSpPr>
        <p:spPr>
          <a:xfrm>
            <a:off x="377373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Exam= 25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Exam= 40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= 50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Sessional = 35 Marks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1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2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 1  (05)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 2 (05)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(05)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(10)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>
            <p:custDataLst>
              <p:tags r:id="rId2"/>
            </p:custDataLst>
          </p:nvPr>
        </p:nvSpPr>
        <p:spPr>
          <a:xfrm>
            <a:off x="2706370" y="6125210"/>
            <a:ext cx="413956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Total Marks</a:t>
            </a:r>
            <a:r>
              <a:rPr lang="en-US" sz="2800" b="1"/>
              <a:t>: </a:t>
            </a:r>
            <a:r>
              <a:rPr lang="en-US" sz="2800"/>
              <a:t>100 + 50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7774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099" y="0"/>
            <a:ext cx="9592725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2" name="Title 1"/>
          <p:cNvSpPr txBox="1"/>
          <p:nvPr/>
        </p:nvSpPr>
        <p:spPr>
          <a:xfrm>
            <a:off x="305038" y="-513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 Work</a:t>
            </a:r>
          </a:p>
        </p:txBody>
      </p:sp>
      <p:sp>
        <p:nvSpPr>
          <p:cNvPr id="13" name="Content Placeholder 2"/>
          <p:cNvSpPr txBox="1"/>
          <p:nvPr>
            <p:custDataLst>
              <p:tags r:id="rId1"/>
            </p:custDataLst>
          </p:nvPr>
        </p:nvSpPr>
        <p:spPr>
          <a:xfrm>
            <a:off x="451531" y="1789430"/>
            <a:ext cx="8692651" cy="381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1 = 05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2 = 05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Manual = 10 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Project/Assignment =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Viva = 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= 10 Marks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>
            <p:custDataLst>
              <p:tags r:id="rId2"/>
            </p:custDataLst>
          </p:nvPr>
        </p:nvSpPr>
        <p:spPr>
          <a:xfrm>
            <a:off x="2971562" y="5262152"/>
            <a:ext cx="33530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Total Marks: </a:t>
            </a:r>
            <a:r>
              <a:rPr lang="en-US" sz="2800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7859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ippl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8099" y="0"/>
            <a:ext cx="9592725" cy="1115736"/>
            <a:chOff x="0" y="0"/>
            <a:chExt cx="12324746" cy="1115736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10"/>
            <p:cNvSpPr txBox="1"/>
            <p:nvPr/>
          </p:nvSpPr>
          <p:spPr>
            <a:xfrm>
              <a:off x="10212027" y="677208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551489" y="350125"/>
              <a:ext cx="261610" cy="261610"/>
            </a:xfrm>
            <a:prstGeom prst="rect">
              <a:avLst/>
            </a:prstGeom>
          </p:spPr>
        </p:pic>
        <p:sp>
          <p:nvSpPr>
            <p:cNvPr id="9" name="TextBox 12"/>
            <p:cNvSpPr txBox="1"/>
            <p:nvPr/>
          </p:nvSpPr>
          <p:spPr>
            <a:xfrm>
              <a:off x="9718342" y="242403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109986" y="703941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5926" y="703941"/>
              <a:ext cx="171452" cy="171451"/>
            </a:xfrm>
            <a:prstGeom prst="rect">
              <a:avLst/>
            </a:prstGeom>
          </p:spPr>
        </p:pic>
      </p:grpSp>
      <p:sp>
        <p:nvSpPr>
          <p:cNvPr id="12" name="Title 1"/>
          <p:cNvSpPr txBox="1"/>
          <p:nvPr/>
        </p:nvSpPr>
        <p:spPr>
          <a:xfrm>
            <a:off x="152400" y="26002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to Remember</a:t>
            </a:r>
          </a:p>
        </p:txBody>
      </p:sp>
      <p:sp>
        <p:nvSpPr>
          <p:cNvPr id="13" name="Content Placeholder 2"/>
          <p:cNvSpPr txBox="1"/>
          <p:nvPr/>
        </p:nvSpPr>
        <p:spPr>
          <a:xfrm>
            <a:off x="304800" y="1553769"/>
            <a:ext cx="8534400" cy="5061828"/>
          </a:xfrm>
          <a:prstGeom prst="rect">
            <a:avLst/>
          </a:prstGeom>
        </p:spPr>
        <p:txBody>
          <a:bodyPr vert="horz" lIns="91440" tIns="45720" rIns="91440" bIns="45720" rtlCol="0">
            <a:normAutofit fontScale="7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 and quizzes submitted late will result in a </a:t>
            </a:r>
            <a:r>
              <a:rPr lang="en-US" altLang="en-US" sz="2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deduction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marks.</a:t>
            </a:r>
            <a:endParaRPr lang="en-US" sz="29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sz="2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rely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fully on the</a:t>
            </a:r>
            <a:r>
              <a:rPr lang="en-US" sz="2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instructors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your mobile </a:t>
            </a:r>
            <a:r>
              <a:rPr lang="en-US" sz="29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Silent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keep it </a:t>
            </a:r>
            <a:r>
              <a:rPr lang="en-US" sz="2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inside your bag.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Students should remain 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attentive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during class and 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avoid use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 </a:t>
            </a:r>
            <a:r>
              <a:rPr lang="en-US" sz="29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Mobile phone, Laptops or any gadgets</a:t>
            </a:r>
            <a:endParaRPr lang="en-US" sz="29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Raise your hand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speaking or leaving your seat.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Convey your </a:t>
            </a:r>
            <a:r>
              <a:rPr lang="en-US" sz="2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your instructor </a:t>
            </a:r>
            <a: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your CR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or fully copied assignments will be marked as</a:t>
            </a:r>
            <a:r>
              <a:rPr lang="en-US" sz="29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will be </a:t>
            </a:r>
            <a:r>
              <a:rPr lang="en-US" sz="29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 extension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deadlines.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 students must come to 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 on time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(Attendance will be taken in first 5 to 10 mins)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Respect faculty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staff</a:t>
            </a:r>
            <a:r>
              <a:rPr lang="en-US" sz="290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through </a:t>
            </a:r>
            <a:r>
              <a:rPr lang="en-US" sz="2900" b="1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actions and speech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3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every lab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chairs will be arranged properly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cleanliness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maintained to ensure a </a:t>
            </a:r>
            <a:r>
              <a:rPr lang="en-US" sz="31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good environment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637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newsflash/>
      </p:transition>
    </mc:Choice>
    <mc:Fallback xmlns="">
      <p:transition spd="med">
        <p:newsfla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0" fill="hold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0" fill="hold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Week-1-Introduction-to-Data-Mining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Week-1-Introduction-to-Data-Mining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Week-1-Introduction-to-Data-Mining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Week-1-Introduction-to-Data-Mining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Week-1-Introduction-to-Data-Mining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Week-1-Introduction-to-Data-Mining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Week-1-Introduction-to-Data-Mining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Week-1-Introduction-to-Data-Mining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Week-1-Introduction-to-Data-Mining-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Week-1-Introduction-to-Data-Mining-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Week-1-Introduction-to-Data-Mining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Week-1-Introduction-to-Data-Mining-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Week-1-Introduction-to-Data-Mining-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Week-1-Introduction-to-Data-Mining-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Week-1-Introduction-to-Data-Mining-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Week-1-Introduction-to-Data-Mining-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Week-1-Introduction-to-Data-Mining-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Week-1-Introduction-to-Data-Mining-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Week-1-Introduction-to-Data-Mining-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Week-1-Introduction-to-Data-Mining-pptx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Week-1-Introduction-to-Data-Mining-pptx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Week-1-Introduction-to-Data-Mining-pptx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Week-1-Introduction-to-Data-Mining-pptx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Week-1-Introduction-to-Data-Mining-pptx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Week-1-Introduction-to-Data-Mining-pptx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Week-1-Introduction-to-Data-Mining-pptx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Week-1-Introduction-to-Data-Mining-pptx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Week-1-Introduction-to-Data-Mining-pptx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Week-1-Introduction-to-Data-Mining-pptx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Week-1-Introduction-to-Data-Mining-pptx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Week-1-Introduction-to-Data-Mining-pptx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Week-1-Introduction-to-Data-Mining-pptx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Week-1-Introduction-to-Data-Mining-pptx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Week-1-Introduction-to-Data-Mining-pptx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Week-1-Introduction-to-Data-Mining-pptx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Week-1-Introduction-to-Data-Mining-pptx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Week-1-Introduction-to-Data-Mining-pptx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Week-1-Introduction-to-Data-Mining-pptx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Week-1-Introduction-to-Data-Mining-pptx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Week-1-Introduction-to-Data-Mining-pptx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Week-1-Introduction-to-Data-Mining-pptx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69059093040_1_1"/>
  <p:tag name="KSO_WM_DIAGRAM_VIRTUALLY_FRAME" val="{&quot;height&quot;:318,&quot;left&quot;:12,&quot;top&quot;:174,&quot;width&quot;:69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69059102476_1_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69059141002_1_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69059153799_1_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69059153783_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318</Words>
  <Application>Microsoft Office PowerPoint</Application>
  <PresentationFormat>On-screen Show (4:3)</PresentationFormat>
  <Paragraphs>53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Garamond</vt:lpstr>
      <vt:lpstr>Times New Roman</vt:lpstr>
      <vt:lpstr>Wingdings</vt:lpstr>
      <vt:lpstr>Office Theme</vt:lpstr>
      <vt:lpstr>Data Mining DS-303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DS-303</dc:title>
  <dc:subject/>
  <dc:creator/>
  <cp:keywords/>
  <dc:description>generated using python-pptx</dc:description>
  <cp:lastModifiedBy>Muhammad Arham</cp:lastModifiedBy>
  <cp:revision>2</cp:revision>
  <dcterms:created xsi:type="dcterms:W3CDTF">2013-01-27T09:14:16Z</dcterms:created>
  <dcterms:modified xsi:type="dcterms:W3CDTF">2026-01-27T06:46:11Z</dcterms:modified>
  <cp:category/>
</cp:coreProperties>
</file>