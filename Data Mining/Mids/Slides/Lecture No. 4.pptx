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84" r:id="rId3"/>
    <p:sldMasterId id="2147483696" r:id="rId4"/>
    <p:sldMasterId id="2147483852" r:id="rId5"/>
  </p:sldMasterIdLst>
  <p:notesMasterIdLst>
    <p:notesMasterId r:id="rId24"/>
  </p:notesMasterIdLst>
  <p:handoutMasterIdLst>
    <p:handoutMasterId r:id="rId25"/>
  </p:handoutMasterIdLst>
  <p:sldIdLst>
    <p:sldId id="329" r:id="rId6"/>
    <p:sldId id="430" r:id="rId7"/>
    <p:sldId id="432" r:id="rId8"/>
    <p:sldId id="448" r:id="rId9"/>
    <p:sldId id="497" r:id="rId10"/>
    <p:sldId id="498" r:id="rId11"/>
    <p:sldId id="499" r:id="rId12"/>
    <p:sldId id="500" r:id="rId13"/>
    <p:sldId id="512" r:id="rId14"/>
    <p:sldId id="505" r:id="rId15"/>
    <p:sldId id="513" r:id="rId16"/>
    <p:sldId id="514" r:id="rId17"/>
    <p:sldId id="515" r:id="rId18"/>
    <p:sldId id="506" r:id="rId19"/>
    <p:sldId id="507" r:id="rId20"/>
    <p:sldId id="508" r:id="rId21"/>
    <p:sldId id="496" r:id="rId22"/>
    <p:sldId id="427" r:id="rId23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2672" autoAdjust="0"/>
  </p:normalViewPr>
  <p:slideViewPr>
    <p:cSldViewPr snapToGrid="0" snapToObjects="1" showGuides="1">
      <p:cViewPr varScale="1">
        <p:scale>
          <a:sx n="68" d="100"/>
          <a:sy n="68" d="100"/>
        </p:scale>
        <p:origin x="1668" y="60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758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6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8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4</a:t>
            </a:r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smtClean="0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 &amp; Data Transformation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Summary Statistics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 a compact description of the main characteristics of a dataset.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distribution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anomalies and outliers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data preprocessing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quick comparisons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716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of Central Tendency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data.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Average of all values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Middle value when data is sorted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Most frequently occurring value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Mean is sensitive to outliers</a:t>
            </a:r>
            <a:b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Median is robust to outliers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364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of Dispersion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variability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Max − Min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Average squared deviation from mean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Square root of variance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Interquartile Range (IQR)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Q3 − Q1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dispersion → more spread in data.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7311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of Position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position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values.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Quartiles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(Q1, Q2, Q3)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Percentiles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Z-score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outlier detection and normalization.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CBEAD-4289-4C75-9327-0E0BD235E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056" y="3453548"/>
            <a:ext cx="2198109" cy="106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014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of Shape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shape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(right-skewed)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(left-skewed)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Kurtosis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peakedness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flatness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for model assumptions.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1829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6651912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converts data into suitable forms for mining algorithms.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noise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algorithm compatibility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 up processing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501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Scales values to a specific range.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Min–Max Normalization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Z-score Normalization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Decimal Scaling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when attributes have different units.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4E89BA-4821-48DB-8B83-369E50132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14" y="3031705"/>
            <a:ext cx="2931372" cy="131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85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Discretization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into categorical 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Equal-width binning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Equal-frequency binning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Entropy-based methods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rule-based and classification algorithms.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249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data into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higher-level summaries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→ Monthly sales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City-level → Country-level data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size and complexity.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19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Generalization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Replaces low-level values with higher-level concepts.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→ State → Country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→ Young / Middle / Old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uses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hierarchies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008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Smoothing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noise from data.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Binning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quality.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5723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in Data Mining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 quality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model performance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bias and noise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meaningful pattern discovery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781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https://www.slideshare.net/slideshow/data-transformationppt/255857455#2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 build="p"/>
      <p:bldP spid="4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5257800" cy="762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458200" cy="5334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Kindly read the book before and after the lecture, if some terms/ words are not covered in the lecture, if appear in exam it might not appear strange or out of course.</a:t>
            </a: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lnSpc>
                <a:spcPct val="120000"/>
              </a:lnSpc>
            </a:pP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318</TotalTime>
  <Words>407</Words>
  <Application>Microsoft Office PowerPoint</Application>
  <PresentationFormat>On-screen Show (4:3)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MS PGothic</vt:lpstr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2_SE10 slides</vt:lpstr>
      <vt:lpstr>5_SE10 slides</vt:lpstr>
      <vt:lpstr>7_SE10 slides</vt:lpstr>
      <vt:lpstr>16_SE10 slides</vt:lpstr>
      <vt:lpstr>Data Mining DS-303</vt:lpstr>
      <vt:lpstr>Content </vt:lpstr>
      <vt:lpstr>Summary Statistics </vt:lpstr>
      <vt:lpstr>Summary Statistics</vt:lpstr>
      <vt:lpstr>Measures of Central Tendency</vt:lpstr>
      <vt:lpstr>Measures of Dispersion</vt:lpstr>
      <vt:lpstr>Measures of Position</vt:lpstr>
      <vt:lpstr>Measures of Shape</vt:lpstr>
      <vt:lpstr>Data Transformation</vt:lpstr>
      <vt:lpstr>Data Transformation</vt:lpstr>
      <vt:lpstr>Normalization</vt:lpstr>
      <vt:lpstr>Data Discretization</vt:lpstr>
      <vt:lpstr>Data Aggregation</vt:lpstr>
      <vt:lpstr>Data Generalization</vt:lpstr>
      <vt:lpstr>Data Smoothing</vt:lpstr>
      <vt:lpstr>Importance in Data Mining</vt:lpstr>
      <vt:lpstr>Reference</vt:lpstr>
      <vt:lpstr>Advice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176</cp:revision>
  <dcterms:created xsi:type="dcterms:W3CDTF">2009-12-29T10:39:00Z</dcterms:created>
  <dcterms:modified xsi:type="dcterms:W3CDTF">2026-02-14T05:40:10Z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