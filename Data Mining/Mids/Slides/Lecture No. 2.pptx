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84" r:id="rId2"/>
    <p:sldMasterId id="2147483696" r:id="rId3"/>
  </p:sldMasterIdLst>
  <p:notesMasterIdLst>
    <p:notesMasterId r:id="rId21"/>
  </p:notesMasterIdLst>
  <p:handoutMasterIdLst>
    <p:handoutMasterId r:id="rId22"/>
  </p:handoutMasterIdLst>
  <p:sldIdLst>
    <p:sldId id="329" r:id="rId4"/>
    <p:sldId id="430" r:id="rId5"/>
    <p:sldId id="432" r:id="rId6"/>
    <p:sldId id="448" r:id="rId7"/>
    <p:sldId id="504" r:id="rId8"/>
    <p:sldId id="505" r:id="rId9"/>
    <p:sldId id="506" r:id="rId10"/>
    <p:sldId id="507" r:id="rId11"/>
    <p:sldId id="508" r:id="rId12"/>
    <p:sldId id="517" r:id="rId13"/>
    <p:sldId id="518" r:id="rId14"/>
    <p:sldId id="519" r:id="rId15"/>
    <p:sldId id="516" r:id="rId16"/>
    <p:sldId id="510" r:id="rId17"/>
    <p:sldId id="520" r:id="rId18"/>
    <p:sldId id="521" r:id="rId19"/>
    <p:sldId id="522" r:id="rId2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84" autoAdjust="0"/>
    <p:restoredTop sz="8394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954" y="96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 smtClean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  <a:endParaRPr lang="en-GB" sz="24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Mining Process &amp; Basic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Data Mining Process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Data Mining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is essentially a Process of data-driven extraction of not-so-obvious but useful information from large databases.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process is interactive and iterative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716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Data Mining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888B79-1B7E-47C9-B781-A89E87238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535" y="1600200"/>
            <a:ext cx="604093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35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Real-world data tends to be incomplete, noisy, and inconsistent.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Incomplete: lacking attribute values, lacking certain attributes of interest.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occupation= “ ” (missing data)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Noisy: containing noise, error, or outliers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salary= “-10” (an error)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Inconsistent: containing differences in codes or names, </a:t>
            </a:r>
          </a:p>
          <a:p>
            <a:pPr lvl="1"/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age= “42” birthday = “03/07/1997”</a:t>
            </a:r>
          </a:p>
        </p:txBody>
      </p:sp>
    </p:spTree>
    <p:extLst>
      <p:ext uri="{BB962C8B-B14F-4D97-AF65-F5344CB8AC3E}">
        <p14:creationId xmlns:p14="http://schemas.microsoft.com/office/powerpoint/2010/main" val="1803810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integration is the merging of data from multiple sources.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sources may include multiple databases, data cubes, or flat files.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5676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Selection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data relevant to the analysis task are retrieved from the databases. Therefore, irrelevant, weakly relevant, or redundant attributes may be detected and removed .</a:t>
            </a:r>
          </a:p>
        </p:txBody>
      </p:sp>
    </p:spTree>
    <p:extLst>
      <p:ext uri="{BB962C8B-B14F-4D97-AF65-F5344CB8AC3E}">
        <p14:creationId xmlns:p14="http://schemas.microsoft.com/office/powerpoint/2010/main" val="1531460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data are transformed or consolidated into forms appropriate for mining by performing: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or aggregation operation, for example: 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sales may be aggregated to monthly sales or annual sales.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Generalization, for example:</a:t>
            </a:r>
          </a:p>
          <a:p>
            <a:pPr lvl="2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 may be generalized to country, or age may be generalized to young, middle-aged, senior.</a:t>
            </a:r>
          </a:p>
        </p:txBody>
      </p:sp>
    </p:spTree>
    <p:extLst>
      <p:ext uri="{BB962C8B-B14F-4D97-AF65-F5344CB8AC3E}">
        <p14:creationId xmlns:p14="http://schemas.microsoft.com/office/powerpoint/2010/main" val="1297822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essential process where intelligent methods are applied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data to covert it to knowledge in for decision making.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wide range of methods can be used in data mining, such as neural nets, decision tree and association. 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00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Evaluation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truly interesting pattern bases on some interestingness measures.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pattern is considered interesting if it is: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Understandable </a:t>
            </a:r>
          </a:p>
        </p:txBody>
      </p:sp>
    </p:spTree>
    <p:extLst>
      <p:ext uri="{BB962C8B-B14F-4D97-AF65-F5344CB8AC3E}">
        <p14:creationId xmlns:p14="http://schemas.microsoft.com/office/powerpoint/2010/main" val="3609022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Representation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presentation is the framework that converts a large amount of data into a particular data or procedure that a human being can figure out based on an intention.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knowledge representation, visualization tools and knowledge representation techniques are used to present the mined knowledge to the user.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74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	Basic Concepts</a:t>
            </a:r>
          </a:p>
        </p:txBody>
      </p:sp>
    </p:spTree>
    <p:extLst>
      <p:ext uri="{BB962C8B-B14F-4D97-AF65-F5344CB8AC3E}">
        <p14:creationId xmlns:p14="http://schemas.microsoft.com/office/powerpoint/2010/main" val="636764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Data, Information &amp; knowledge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elementary description of things, events, activities, and transactions. 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data that has meaning and value.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concept of understanding information based on recognized patterns in a way that provides insight to information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2568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C7B3D29-BB96-484A-ABC6-4CBAF0B04F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687" y="1507042"/>
            <a:ext cx="6721035" cy="4930270"/>
          </a:xfrm>
        </p:spPr>
      </p:pic>
    </p:spTree>
    <p:extLst>
      <p:ext uri="{BB962C8B-B14F-4D97-AF65-F5344CB8AC3E}">
        <p14:creationId xmlns:p14="http://schemas.microsoft.com/office/powerpoint/2010/main" val="5912974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mining?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mining: the task of discovering interesting patterns from large amounts of data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20905-630F-44BF-AC07-632B8B92A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444" y="2990848"/>
            <a:ext cx="6230680" cy="315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914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Mining: Confluence of Multiple Discipline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E89E401E-17EE-40B7-9EB9-BB517E008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4022" y="2096047"/>
            <a:ext cx="6315956" cy="3534268"/>
          </a:xfrm>
        </p:spPr>
      </p:pic>
    </p:spTree>
    <p:extLst>
      <p:ext uri="{BB962C8B-B14F-4D97-AF65-F5344CB8AC3E}">
        <p14:creationId xmlns:p14="http://schemas.microsoft.com/office/powerpoint/2010/main" val="16991180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256</TotalTime>
  <Words>471</Words>
  <Application>Microsoft Office PowerPoint</Application>
  <PresentationFormat>On-screen Show (4:3)</PresentationFormat>
  <Paragraphs>73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MS PGothic</vt:lpstr>
      <vt:lpstr>Arial</vt:lpstr>
      <vt:lpstr>Calibri</vt:lpstr>
      <vt:lpstr>Garamond</vt:lpstr>
      <vt:lpstr>Times New Roman</vt:lpstr>
      <vt:lpstr>Wingdings</vt:lpstr>
      <vt:lpstr>SE10 slides</vt:lpstr>
      <vt:lpstr>5_SE10 slides</vt:lpstr>
      <vt:lpstr>7_SE10 slides</vt:lpstr>
      <vt:lpstr>Data Mining DS-303</vt:lpstr>
      <vt:lpstr>Content </vt:lpstr>
      <vt:lpstr> Data Mining Process</vt:lpstr>
      <vt:lpstr>Process of Data Mining </vt:lpstr>
      <vt:lpstr>Process of Data Mining </vt:lpstr>
      <vt:lpstr>Data Cleaning </vt:lpstr>
      <vt:lpstr>Data Integration </vt:lpstr>
      <vt:lpstr>Data Selection </vt:lpstr>
      <vt:lpstr>Data Transformation </vt:lpstr>
      <vt:lpstr>Data Mining </vt:lpstr>
      <vt:lpstr>Pattern Evaluation </vt:lpstr>
      <vt:lpstr>Knowledge Representation </vt:lpstr>
      <vt:lpstr> Basic Concepts</vt:lpstr>
      <vt:lpstr>Data, Information &amp; knowledge </vt:lpstr>
      <vt:lpstr>PowerPoint Presentation</vt:lpstr>
      <vt:lpstr>What is data mining?</vt:lpstr>
      <vt:lpstr>Data Mining: Confluence of Multiple Discipline 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149</cp:revision>
  <dcterms:created xsi:type="dcterms:W3CDTF">2009-12-29T10:39:00Z</dcterms:created>
  <dcterms:modified xsi:type="dcterms:W3CDTF">2026-02-03T06:02:50Z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