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371600"/>
            <a:ext cx="4114800" cy="4114800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731520"/>
            <a:ext cx="2743200" cy="2743200"/>
          </a:xfrm>
          <a:prstGeom prst="ellipse">
            <a:avLst/>
          </a:prstGeom>
          <a:solidFill>
            <a:srgbClr val="0A8073">
              <a:alpha val="20000"/>
            </a:srgbClr>
          </a:solidFill>
          <a:ln w="12700">
            <a:solidFill>
              <a:srgbClr val="0A807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EXPLAINED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vs Context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777240" y="3383280"/>
            <a:ext cx="5029200" cy="36576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66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distinction that determines how your AI agent actually thinks — and why it matters for builders.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Difference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5120640" cy="49377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600200"/>
            <a:ext cx="822960" cy="822960"/>
          </a:xfrm>
          <a:prstGeom prst="ellipse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709928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627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10312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Storage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2606040"/>
            <a:ext cx="4572000" cy="18288"/>
          </a:xfrm>
          <a:prstGeom prst="rect">
            <a:avLst/>
          </a:prstGeom>
          <a:solidFill>
            <a:srgbClr val="12B5A0">
              <a:alpha val="30000"/>
            </a:srgbClr>
          </a:solidFill>
          <a:ln w="12700">
            <a:solidFill>
              <a:srgbClr val="12B5A0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Lives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outside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 model in databases, vector stores, or files.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566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Survives between sessions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Scales beyond token limits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Shared across agents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Explicitly retrieved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28016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1600200"/>
            <a:ext cx="822960" cy="822960"/>
          </a:xfrm>
          <a:prstGeom prst="ellipse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709928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1627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58952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Working Space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583680" y="2606040"/>
            <a:ext cx="4754880" cy="18288"/>
          </a:xfrm>
          <a:prstGeom prst="rect">
            <a:avLst/>
          </a:prstGeom>
          <a:solidFill>
            <a:srgbClr val="E8563A">
              <a:alpha val="30000"/>
            </a:srgbClr>
          </a:solidFill>
          <a:ln w="12700">
            <a:solidFill>
              <a:srgbClr val="E8563A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0" y="2743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Lives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 active prompt window — everything the model can see right now.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83680" y="35661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Erased when session ends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Hard token limit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Private to one run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Always present by default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the Agent's Working Desk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the model 'sees' right now — bounded by a hard token limit.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965960"/>
          </a:xfrm>
          <a:prstGeom prst="rect">
            <a:avLst/>
          </a:prstGeom>
          <a:solidFill>
            <a:srgbClr val="122238"/>
          </a:solidFill>
          <a:ln w="19050">
            <a:solidFill>
              <a:srgbClr val="0A80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201168" cy="1965960"/>
          </a:xfrm>
          <a:prstGeom prst="rect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0A80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Permanent instructions and persona. Sets the agent's behavior, role, and guardrails.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212080" cy="1965960"/>
          </a:xfrm>
          <a:prstGeom prst="rect">
            <a:avLst/>
          </a:prstGeom>
          <a:solidFill>
            <a:srgbClr val="122238"/>
          </a:solidFill>
          <a:ln w="19050">
            <a:solidFill>
              <a:srgbClr val="E85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691640"/>
            <a:ext cx="201168" cy="196596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28600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conversation so far — user messages, assistant replies, and tool calls.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5212080" cy="1965960"/>
          </a:xfrm>
          <a:prstGeom prst="rect">
            <a:avLst/>
          </a:prstGeom>
          <a:solidFill>
            <a:srgbClr val="122238"/>
          </a:solidFill>
          <a:ln w="19050">
            <a:solidFill>
              <a:srgbClr val="E6A8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31920"/>
            <a:ext cx="201168" cy="19659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OUTPUTS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45262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returned from function/tool calls — search results, API responses, code output.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931920"/>
            <a:ext cx="5212080" cy="1965960"/>
          </a:xfrm>
          <a:prstGeom prst="rect">
            <a:avLst/>
          </a:prstGeom>
          <a:solidFill>
            <a:srgbClr val="12223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931920"/>
            <a:ext cx="20116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CHUNKS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45262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 document snippets retrieved from external memory and injected at runtime.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Types of Agent Memory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lives outside the model — retrieved and injected into context when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640080" cy="960120"/>
          </a:xfrm>
          <a:prstGeom prst="rect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 conversations and interaction history. Lets the agent remember what a user told it last week.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10789920" cy="18288"/>
          </a:xfrm>
          <a:prstGeom prst="rect">
            <a:avLst/>
          </a:prstGeom>
          <a:solidFill>
            <a:srgbClr val="E8DFC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640080" cy="96012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449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2644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Facts, knowledge, and world information stored in a vector DB. The agent's long-term knowledge base.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10789920" cy="18288"/>
          </a:xfrm>
          <a:prstGeom prst="rect">
            <a:avLst/>
          </a:prstGeom>
          <a:solidFill>
            <a:srgbClr val="E8DFC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77640"/>
            <a:ext cx="640080" cy="9601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33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4531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do things — stored as tool definitions, prompts, or workflow templates the agent can invoke.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983480"/>
            <a:ext cx="10789920" cy="18288"/>
          </a:xfrm>
          <a:prstGeom prst="rect">
            <a:avLst/>
          </a:prstGeom>
          <a:solidFill>
            <a:srgbClr val="E8DFC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166360"/>
            <a:ext cx="64008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212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6418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scratchpad during a session — often overlaps with context. Flushed when the task ends.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5029200" cy="5029200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9144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loads into
</a:t>
            </a:r>
            <a:pPr algn="l" indent="0" marL="0">
              <a:lnSpc>
                <a:spcPct val="115000"/>
              </a:lnSpc>
              <a:buNone/>
            </a:pPr>
            <a:r>
              <a:rPr lang="en-US" sz="4400" b="1" i="1" dirty="0">
                <a:solidFill>
                  <a:srgbClr val="12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not the other way round.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2834640"/>
            <a:ext cx="2560320" cy="914400"/>
          </a:xfrm>
          <a:prstGeom prst="rect">
            <a:avLst/>
          </a:prstGeom>
          <a:solidFill>
            <a:srgbClr val="0A8073"/>
          </a:solidFill>
          <a:ln w="12700">
            <a:solidFill>
              <a:srgbClr val="0A80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(External Store)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3218688"/>
            <a:ext cx="100584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907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834640"/>
            <a:ext cx="2560320" cy="91440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(Active Window)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3218688"/>
            <a:ext cx="100584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907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2834640"/>
            <a:ext cx="2560320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12B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(Reasoning)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069080"/>
            <a:ext cx="3520440" cy="2011680"/>
          </a:xfrm>
          <a:prstGeom prst="rect">
            <a:avLst/>
          </a:prstGeom>
          <a:solidFill>
            <a:srgbClr val="1A32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51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retrieve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70916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agents don't dump everything into context. They selectively pull the most relevant memories.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4069080"/>
            <a:ext cx="3520440" cy="2011680"/>
          </a:xfrm>
          <a:prstGeom prst="rect">
            <a:avLst/>
          </a:prstGeom>
          <a:solidFill>
            <a:srgbClr val="1A32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251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retrieve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70916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Triggered by task type, user intent, or mid-task signals — not blindly at every turn.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66760" y="4069080"/>
            <a:ext cx="3520440" cy="2011680"/>
          </a:xfrm>
          <a:prstGeom prst="rect">
            <a:avLst/>
          </a:prstGeom>
          <a:solidFill>
            <a:srgbClr val="1A32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251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fits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470916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has limits. Smarter memory selection = less noise, better reasoning, lower cost.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2026-05-14T07:43:49Z</dcterms:created>
  <dcterms:modified xsi:type="dcterms:W3CDTF">2026-05-14T07:43:49Z</dcterms:modified>
</cp:coreProperties>
</file>