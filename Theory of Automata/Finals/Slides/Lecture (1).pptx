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0332-EB28-4654-A91D-46E0C9AEA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640A1-156E-4351-B9AB-2B196F84C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E6A9A-C73F-4050-B8CB-14FC8BFB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681DB-300B-488B-89A1-95200E89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8557F-2669-4FA2-9195-4D6D9796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3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B29F-E8EA-4A47-8A70-4F91A652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7562-1746-4969-9101-F8D40D2FE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8987D-673D-4705-96EC-70C4F4A3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60E68-093B-47E7-8A74-9415570B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FC144-DBFF-4D60-BAAE-5ED7A8CE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94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1661-33AE-43A4-89F7-D203A81EF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8B0D4-E1D2-487D-B173-39ECFE1D5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B7316-260B-4026-9FEA-2DAF41DA3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F9D82-14D4-4886-A022-9685BC9E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6CC37-0C48-429D-B751-0872E847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20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42FAF-0873-4654-B7BD-3B4F00A8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D6E63-FDDB-4B0F-AC3A-C5BFC3A76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85A33-22B6-49C3-B8B5-C15914673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F6EF4-789D-4302-956F-0AE49104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B9723-B378-4B4E-AFAC-791F18C2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A48D4-685C-41C8-982E-894A2952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6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E1E5-E781-4B4C-9F35-99B9882E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0A5E0-B871-4A2B-BDA4-41CE56194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20CC4-8020-42A7-8C59-B68764DE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84FED-AD21-461C-8953-62E9B719F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73F45-96BA-4D82-8828-1729513E8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00252-9E92-4FAE-B90E-C519758C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86577-A112-4F4A-A35B-0E4D721E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5D172-EAC1-454C-967D-C902B7FC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7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19A5-85B3-479D-82CE-9A133A246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AE3CE-93C3-44B4-B86B-E100CE9F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5BBE1-83B4-426F-A85B-8327E281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40C39-1F37-4A6E-9B39-43F197B3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6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BAF5F-D6DB-45B0-A7AF-B879908F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FE71B-B017-486E-AFD6-871A11949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7D38C-F72C-4CF5-98C5-B46C97C2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0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0036-3F06-475C-96C9-033CCDF2F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8994-492B-4937-A099-64B103234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18FCB-8F54-4DC6-9325-F5B5C36DE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F4AFA-9F29-4D2B-882E-D36E82E9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DA9D0-46F5-49E3-AB30-01624802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C1803-AB22-4301-8DAB-492FDF041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1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28A5-EA5B-4414-B939-C39BBE08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9AEBE-D8AB-45C1-8C48-F7EE838D6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7869A-2E80-47B6-A361-7FA0BF9DF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7FC85-4393-44E4-BF30-FE367994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2A1E8-C910-48CF-BEC0-AC87BBCD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955E-E167-4C1F-A3AF-4816B7ED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4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11EC-F867-4546-9346-A65C7D62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0FC62-7BA3-4504-AD0C-C76AD458C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C5665-4B59-4361-957A-D6A2D083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BB65A-A777-4F89-97D9-74C542D5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EC8A6-72F6-482C-9920-BE4BD234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0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34BEB-5967-413F-B4C9-CB790D7CC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5BC28-8EDF-4CCF-9AD2-C92332FB4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90F03-0260-48E7-A9A1-67ADA8FB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8AEC4-4CB8-4ECA-8EDC-96C589C1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93B95-73DB-4BBB-9496-3319CFFA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3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2330B-4DD9-4925-ADA4-FCA3207C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D1C1C-59A5-44D3-A2CB-9C8D04E12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59D37-5D46-47FB-BD62-E67D7FE31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972FA-13B6-45F9-BEBF-801D9B2E3479}" type="datetimeFigureOut">
              <a:rPr lang="en-US" smtClean="0"/>
              <a:t>23-Dec-24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A9F35-1B4A-4C95-959F-C25E34175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2FAB-E493-406B-BDC8-AAF9B52FB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7D0A2-0259-4158-9D14-A408D88CA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9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572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A19829-AC75-4A06-BE70-150B04505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3D8B6D-1E98-4300-A2F3-1C1F89DF6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5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2DB150-6085-42E4-86D8-1BF068C4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95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CF8AC-AD80-4A3B-AF38-010FF7CEF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0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9592B2-0475-4F8B-86EA-96626B04E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0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EB63DA-9EE0-40AF-B1E1-32169BEE5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8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41642-B406-4EEF-B084-B0B559F8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5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ED3F69-317B-4693-8B49-E0FDFF6A9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27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4C9F8-0EE4-428E-A695-E6258E21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27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2AB40-6818-4CC1-8B9D-F1A0E86E6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21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9220D-632E-415F-A010-06804A613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58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8A7C1B-1335-4325-83B2-FC0760D1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10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E841D-92FA-4A3E-905B-1F82094D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29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594EE8-5091-48B0-95A5-3A916F40E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7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Shoaib Jahangir</dc:creator>
  <cp:lastModifiedBy>Shoaib Jahangir</cp:lastModifiedBy>
  <cp:revision>8</cp:revision>
  <dcterms:created xsi:type="dcterms:W3CDTF">2024-12-23T03:39:39Z</dcterms:created>
  <dcterms:modified xsi:type="dcterms:W3CDTF">2024-12-23T04:03:15Z</dcterms:modified>
</cp:coreProperties>
</file>