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74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oaib Jahangir" userId="7ad540403ee06901" providerId="LiveId" clId="{B11605A4-8D87-4DB9-B534-229969B22B24}"/>
    <pc:docChg chg="modSld sldOrd">
      <pc:chgData name="Shoaib Jahangir" userId="7ad540403ee06901" providerId="LiveId" clId="{B11605A4-8D87-4DB9-B534-229969B22B24}" dt="2025-09-01T03:57:38.925" v="2"/>
      <pc:docMkLst>
        <pc:docMk/>
      </pc:docMkLst>
      <pc:sldChg chg="ord">
        <pc:chgData name="Shoaib Jahangir" userId="7ad540403ee06901" providerId="LiveId" clId="{B11605A4-8D87-4DB9-B534-229969B22B24}" dt="2025-09-01T03:57:38.925" v="2"/>
        <pc:sldMkLst>
          <pc:docMk/>
          <pc:sldMk cId="0" sldId="26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01-Sep-25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01-Sep-25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01-Sep-25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01-Sep-25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01-Sep-25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01-Sep-25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01-Sep-25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01-Sep-25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01-Sep-25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01-Sep-25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01-Sep-25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01-Sep-25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-theory-of-automata-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4261" y="59180"/>
            <a:ext cx="3459739" cy="21298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-theory-of-automata-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theory-of-automata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-theory-of-automata-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-theory-of-automata-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-theory-of-automata-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-theory-of-automata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-theory-of-automata-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-theory-of-automata-1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-theory-of-automata-1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2-theory-of-automata-1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3-theory-of-automata-1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-theory-of-automata-1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5-theory-of-automata-1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6-theory-of-automata-1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-theory-of-automata-1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8-theory-of-automata-1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9-theory-of-automata-1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-theory-of-automata-2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1-theory-of-automata-2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2-theory-of-automata-2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3-theory-of-automata-2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4-theory-of-automata-2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5-theory-of-automata-2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6-theory-of-automata-2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7-theory-of-automata-2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8-theory-of-automata-2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9-theory-of-automata-2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0-theory-of-automata-3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1-theory-of-automata-3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2-theory-of-automata-3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3-theory-of-automata-3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4-theory-of-automata-3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5-theory-of-automata-3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6-theory-of-automata-3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7-theory-of-automata-3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8-theory-of-automata-3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9-theory-of-automata-3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0</Words>
  <Application>Microsoft Office PowerPoint</Application>
  <PresentationFormat>On-screen Show (4:3)</PresentationFormat>
  <Paragraphs>0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Shoaib Jahangir</cp:lastModifiedBy>
  <cp:revision>5</cp:revision>
  <dcterms:created xsi:type="dcterms:W3CDTF">2013-01-27T09:14:16Z</dcterms:created>
  <dcterms:modified xsi:type="dcterms:W3CDTF">2025-09-01T04:00:45Z</dcterms:modified>
  <cp:category/>
</cp:coreProperties>
</file>