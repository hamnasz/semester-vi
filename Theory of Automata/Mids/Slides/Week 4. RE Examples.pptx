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lesson-04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296" y="4571"/>
            <a:ext cx="2129704" cy="12229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lesson-04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lesson-04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lesson-04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lesson-04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lesson-04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lesson-04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lesson-04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lesson-04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lesson-04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lesson-04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lesson-04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lesson-04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lesson-04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lesson-04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lesson-04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lesson-04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lesson-04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lesson-04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lesson-04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Muhammad Sami Aqeel</cp:lastModifiedBy>
  <cp:revision>3</cp:revision>
  <dcterms:created xsi:type="dcterms:W3CDTF">2013-01-27T09:14:16Z</dcterms:created>
  <dcterms:modified xsi:type="dcterms:W3CDTF">2024-09-26T05:15:07Z</dcterms:modified>
  <cp:category/>
</cp:coreProperties>
</file>