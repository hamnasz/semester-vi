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2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886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676" y="0"/>
            <a:ext cx="2580324" cy="14816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</Words>
  <Application>Microsoft Office PowerPoint</Application>
  <PresentationFormat>On-screen Show (4:3)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Sami Aqeel</cp:lastModifiedBy>
  <cp:revision>3</cp:revision>
  <dcterms:created xsi:type="dcterms:W3CDTF">2024-02-20T03:57:02Z</dcterms:created>
  <dcterms:modified xsi:type="dcterms:W3CDTF">2024-09-23T10:16:18Z</dcterms:modified>
</cp:coreProperties>
</file>